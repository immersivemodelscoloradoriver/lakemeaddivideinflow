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6929"/>
    <a:srgbClr val="FFF9F3"/>
    <a:srgbClr val="FDF0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AAE0D-8640-4AE4-9A32-A83197813C88}" v="18" dt="2026-01-23T22:26:2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36" y="-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osenberg" userId="233858652_tp_box_2" providerId="OAuth2" clId="{E5F62BD0-CF07-4A81-8D24-F29F204C7907}"/>
    <pc:docChg chg="undo custSel addSld modSld">
      <pc:chgData name="David Rosenberg" userId="233858652_tp_box_2" providerId="OAuth2" clId="{E5F62BD0-CF07-4A81-8D24-F29F204C7907}" dt="2026-01-23T22:29:53.974" v="784" actId="692"/>
      <pc:docMkLst>
        <pc:docMk/>
      </pc:docMkLst>
      <pc:sldChg chg="addSp delSp modSp new mod setBg">
        <pc:chgData name="David Rosenberg" userId="233858652_tp_box_2" providerId="OAuth2" clId="{E5F62BD0-CF07-4A81-8D24-F29F204C7907}" dt="2026-01-23T22:29:53.974" v="784" actId="692"/>
        <pc:sldMkLst>
          <pc:docMk/>
          <pc:sldMk cId="1979127427" sldId="256"/>
        </pc:sldMkLst>
        <pc:spChg chg="del">
          <ac:chgData name="David Rosenberg" userId="233858652_tp_box_2" providerId="OAuth2" clId="{E5F62BD0-CF07-4A81-8D24-F29F204C7907}" dt="2026-01-23T22:04:38.748" v="4" actId="478"/>
          <ac:spMkLst>
            <pc:docMk/>
            <pc:sldMk cId="1979127427" sldId="256"/>
            <ac:spMk id="2" creationId="{B4C96CA0-5F66-5FC9-F09E-3E0A2EB2D581}"/>
          </ac:spMkLst>
        </pc:spChg>
        <pc:spChg chg="del">
          <ac:chgData name="David Rosenberg" userId="233858652_tp_box_2" providerId="OAuth2" clId="{E5F62BD0-CF07-4A81-8D24-F29F204C7907}" dt="2026-01-23T22:04:40.270" v="5" actId="478"/>
          <ac:spMkLst>
            <pc:docMk/>
            <pc:sldMk cId="1979127427" sldId="256"/>
            <ac:spMk id="3" creationId="{92D0A56E-8D21-8FE3-3481-8E3158FE0312}"/>
          </ac:spMkLst>
        </pc:spChg>
        <pc:spChg chg="add mod">
          <ac:chgData name="David Rosenberg" userId="233858652_tp_box_2" providerId="OAuth2" clId="{E5F62BD0-CF07-4A81-8D24-F29F204C7907}" dt="2026-01-23T22:29:53.974" v="784" actId="692"/>
          <ac:spMkLst>
            <pc:docMk/>
            <pc:sldMk cId="1979127427" sldId="256"/>
            <ac:spMk id="8" creationId="{CC7CE002-9FCC-C935-8294-33B38DFC44E3}"/>
          </ac:spMkLst>
        </pc:spChg>
        <pc:spChg chg="add mod">
          <ac:chgData name="David Rosenberg" userId="233858652_tp_box_2" providerId="OAuth2" clId="{E5F62BD0-CF07-4A81-8D24-F29F204C7907}" dt="2026-01-23T22:27:44.463" v="775" actId="14100"/>
          <ac:spMkLst>
            <pc:docMk/>
            <pc:sldMk cId="1979127427" sldId="256"/>
            <ac:spMk id="9" creationId="{B99E8AD3-CF89-B6DB-4DD2-43809C4C821E}"/>
          </ac:spMkLst>
        </pc:spChg>
        <pc:spChg chg="add mod">
          <ac:chgData name="David Rosenberg" userId="233858652_tp_box_2" providerId="OAuth2" clId="{E5F62BD0-CF07-4A81-8D24-F29F204C7907}" dt="2026-01-23T22:28:11.432" v="779" actId="1035"/>
          <ac:spMkLst>
            <pc:docMk/>
            <pc:sldMk cId="1979127427" sldId="256"/>
            <ac:spMk id="12" creationId="{59558C39-9677-0B17-5076-CDBBF56030EC}"/>
          </ac:spMkLst>
        </pc:spChg>
        <pc:spChg chg="add mod">
          <ac:chgData name="David Rosenberg" userId="233858652_tp_box_2" providerId="OAuth2" clId="{E5F62BD0-CF07-4A81-8D24-F29F204C7907}" dt="2026-01-23T22:28:24.183" v="780" actId="554"/>
          <ac:spMkLst>
            <pc:docMk/>
            <pc:sldMk cId="1979127427" sldId="256"/>
            <ac:spMk id="13" creationId="{7E4D6700-A761-1F2E-9C7E-828D65762DB5}"/>
          </ac:spMkLst>
        </pc:spChg>
        <pc:spChg chg="add mod">
          <ac:chgData name="David Rosenberg" userId="233858652_tp_box_2" providerId="OAuth2" clId="{E5F62BD0-CF07-4A81-8D24-F29F204C7907}" dt="2026-01-23T22:21:40.425" v="640" actId="12788"/>
          <ac:spMkLst>
            <pc:docMk/>
            <pc:sldMk cId="1979127427" sldId="256"/>
            <ac:spMk id="14" creationId="{35C677AC-0B4E-1F46-2B88-F6F9E5180500}"/>
          </ac:spMkLst>
        </pc:spChg>
        <pc:spChg chg="add mod">
          <ac:chgData name="David Rosenberg" userId="233858652_tp_box_2" providerId="OAuth2" clId="{E5F62BD0-CF07-4A81-8D24-F29F204C7907}" dt="2026-01-23T22:28:24.183" v="780" actId="554"/>
          <ac:spMkLst>
            <pc:docMk/>
            <pc:sldMk cId="1979127427" sldId="256"/>
            <ac:spMk id="15" creationId="{A132AE5D-B159-23A3-5BF0-0A012FC2348F}"/>
          </ac:spMkLst>
        </pc:spChg>
        <pc:picChg chg="add mod">
          <ac:chgData name="David Rosenberg" userId="233858652_tp_box_2" providerId="OAuth2" clId="{E5F62BD0-CF07-4A81-8D24-F29F204C7907}" dt="2026-01-23T22:21:40.425" v="640" actId="12788"/>
          <ac:picMkLst>
            <pc:docMk/>
            <pc:sldMk cId="1979127427" sldId="256"/>
            <ac:picMk id="5" creationId="{5F9B32D8-4FF5-9220-232C-41D657A2D82D}"/>
          </ac:picMkLst>
        </pc:picChg>
        <pc:picChg chg="add del">
          <ac:chgData name="David Rosenberg" userId="233858652_tp_box_2" providerId="OAuth2" clId="{E5F62BD0-CF07-4A81-8D24-F29F204C7907}" dt="2026-01-23T22:07:08.757" v="24" actId="478"/>
          <ac:picMkLst>
            <pc:docMk/>
            <pc:sldMk cId="1979127427" sldId="256"/>
            <ac:picMk id="7" creationId="{C7EF61A5-C3BA-1D62-404B-D18AE52E3E3C}"/>
          </ac:picMkLst>
        </pc:picChg>
        <pc:picChg chg="add mod">
          <ac:chgData name="David Rosenberg" userId="233858652_tp_box_2" providerId="OAuth2" clId="{E5F62BD0-CF07-4A81-8D24-F29F204C7907}" dt="2026-01-23T22:24:00.218" v="703" actId="1035"/>
          <ac:picMkLst>
            <pc:docMk/>
            <pc:sldMk cId="1979127427" sldId="256"/>
            <ac:picMk id="11" creationId="{E6F38D7E-6A8B-3240-EFBF-3130CD940730}"/>
          </ac:picMkLst>
        </pc:picChg>
        <pc:picChg chg="add mod">
          <ac:chgData name="David Rosenberg" userId="233858652_tp_box_2" providerId="OAuth2" clId="{E5F62BD0-CF07-4A81-8D24-F29F204C7907}" dt="2026-01-23T22:27:07.111" v="770" actId="1038"/>
          <ac:picMkLst>
            <pc:docMk/>
            <pc:sldMk cId="1979127427" sldId="256"/>
            <ac:picMk id="17" creationId="{9577B065-4583-1CC2-4564-CB9EAFDD7D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9E90-7982-AE26-0289-2DFA82C9E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B16C0-FF62-A200-44C5-57040110E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A22E-D7BC-1344-3347-816143F5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0EDD8-F266-A399-F7F8-9726F9BF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A524-CFF6-5DA6-DF35-C614921A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5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97B6-28D6-B11D-66F6-4D372DBE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6F9A1-F6A7-1A6C-924D-4E3FAC40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9550B-0A5D-FFDF-571E-432C1543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932B8-C650-76FA-3FCC-ED6C60DA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D36C5-BDE6-3EB8-EF9C-51E9D210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1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8951-9A93-FE67-8230-84DD3004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9E9F7-C2E6-DCC6-F112-C41D8574F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FFF59-94AE-B2B7-3249-33218BEE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D3E7C-9ECE-1321-DC70-2416C046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B2BE6-49ED-9B46-052F-41275153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0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61DA-43E0-18CA-185C-73F10276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CBF9-CC20-26D5-7630-D32D6034D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F95C4-2A09-8E89-38F0-46B6E008A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E16B6-2B16-D2B0-9360-13D78CFB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15D70-FDC8-3953-E86E-88C7FF5F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9361C-0163-3972-11EB-D11C112C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8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585D-77BB-F96E-BFC8-91ED0903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27F65-B11A-15F2-99D2-684262214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0F3-DF00-5FFD-9AEE-FB5580AAD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325C0-3DE1-10BA-E896-023E30B9C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C2544-B66F-A737-B8F6-D6F420E8F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C0909-C06B-237B-A271-6FB6A2C6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51233-6D07-BD97-0132-7AA52AC0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5D133-E89A-02AF-5BAE-7D19E46D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0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B850-6416-57FF-9219-DA5BC85C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F2491-EAE2-5E02-7121-3BDD40E1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0D669-7DA4-1F4A-BCF1-9F4A5E0E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A5086-5E45-F2FA-C642-61FC4D7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C87C4-4432-FD55-D839-1F216C83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C65C0-89D8-B27B-E5C5-07C95DB45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05CF8-9CF6-C01D-2B5B-84813AC2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4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266A-2768-ED4A-1229-900FA8AA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9C408-F21C-A2C9-5B92-C162D6D8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22D6D-860D-D098-3A92-66ECD8551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9DCBF-40C4-E218-E844-800FAB7D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E17C4-DCA3-B2E2-914C-5CA893DC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3899A-B322-4365-FAEF-4635A172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51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A4F3-0F60-32D6-2482-43C3B815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71F72-42CA-4ADA-B43A-A2BC581AA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E9E58-66E6-2875-C38B-2A0DDE159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E86A1-BD29-5AEF-0222-8A449B54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B4E93-FD9E-9F11-8164-E1F8827C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836EA-0C9F-CC90-DA7F-EA6894F7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600E-7850-4189-7A13-4C13BFE2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9F0F7-7984-314D-1E3C-7F40F2E88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53D25-3B94-236D-8755-5E50EC2D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FE8F-B950-C998-BC13-251CDBDD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D38D-A6D1-200A-6590-658B58AA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5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7B910-0E09-8779-72B3-766894C43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AC3B8-C827-A98B-490F-C8AAE265A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AB77E-76B1-004D-9113-6C8CE4F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ED06-F540-2131-1F0C-CEE8A5E9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DF3F-5700-4BFD-448E-9F15286A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9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905EE-58FD-F8B9-D9D4-CAFA6CB2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844D9-B88F-1643-3416-1B3A73F0B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76BC-B01F-3A22-1CDE-A415057A0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14313-F918-43B4-89D9-A3694910F3B7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A7C8A-6B56-9C2C-FD1A-97A3BD250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D9E2-7C37-3166-A2C4-871FB1F29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8AE137-1535-4C33-B88B-8994037E6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7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david.rosenberg@usu.edu" TargetMode="External"/><Relationship Id="rId4" Type="http://schemas.openxmlformats.org/officeDocument/2006/relationships/hyperlink" Target="mailto:a02369941@u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9B32D8-4FF5-9220-232C-41D657A2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46" y="8308496"/>
            <a:ext cx="5417342" cy="1060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C7CE002-9FCC-C935-8294-33B38DFC44E3}"/>
              </a:ext>
            </a:extLst>
          </p:cNvPr>
          <p:cNvSpPr/>
          <p:nvPr/>
        </p:nvSpPr>
        <p:spPr>
          <a:xfrm>
            <a:off x="385762" y="1876425"/>
            <a:ext cx="6086475" cy="7629525"/>
          </a:xfrm>
          <a:prstGeom prst="rect">
            <a:avLst/>
          </a:prstGeom>
          <a:noFill/>
          <a:ln w="25400">
            <a:solidFill>
              <a:srgbClr val="B469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E8AD3-CF89-B6DB-4DD2-43809C4C821E}"/>
              </a:ext>
            </a:extLst>
          </p:cNvPr>
          <p:cNvSpPr txBox="1"/>
          <p:nvPr/>
        </p:nvSpPr>
        <p:spPr>
          <a:xfrm>
            <a:off x="530424" y="2171700"/>
            <a:ext cx="57917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B46929"/>
                </a:solidFill>
              </a:rPr>
              <a:t>Help Improve NOAA Tools to Manage Risks of Water Shortages?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F38D7E-6A8B-3240-EFBF-3130CD94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4626828"/>
            <a:ext cx="2847974" cy="2013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558C39-9677-0B17-5076-CDBBF56030EC}"/>
              </a:ext>
            </a:extLst>
          </p:cNvPr>
          <p:cNvSpPr txBox="1"/>
          <p:nvPr/>
        </p:nvSpPr>
        <p:spPr>
          <a:xfrm>
            <a:off x="3676650" y="4638139"/>
            <a:ext cx="26455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B46929"/>
                </a:solidFill>
              </a:rPr>
              <a:t>Fun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B46929"/>
                </a:solidFill>
              </a:rPr>
              <a:t>Friendly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B46929"/>
                </a:solidFill>
              </a:rPr>
              <a:t>2-hour time commitment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B46929"/>
                </a:solidFill>
              </a:rPr>
              <a:t>No prior modeling experience needed.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D6700-A761-1F2E-9C7E-828D65762DB5}"/>
              </a:ext>
            </a:extLst>
          </p:cNvPr>
          <p:cNvSpPr txBox="1"/>
          <p:nvPr/>
        </p:nvSpPr>
        <p:spPr>
          <a:xfrm>
            <a:off x="781646" y="6741431"/>
            <a:ext cx="2739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/>
            <a:r>
              <a:rPr lang="en-US" b="1" dirty="0"/>
              <a:t>CONTACT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B46929"/>
                </a:solidFill>
              </a:rPr>
              <a:t>Anabelle Myers</a:t>
            </a:r>
            <a:r>
              <a:rPr lang="en-US" sz="1100" dirty="0">
                <a:solidFill>
                  <a:srgbClr val="B46929"/>
                </a:solidFill>
              </a:rPr>
              <a:t>: </a:t>
            </a:r>
            <a:r>
              <a:rPr lang="en-US" sz="1100" dirty="0">
                <a:solidFill>
                  <a:srgbClr val="B4692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a02369941@usu.edu</a:t>
            </a:r>
            <a:r>
              <a:rPr lang="en-US" sz="1100" dirty="0">
                <a:solidFill>
                  <a:srgbClr val="B46929"/>
                </a:solidFill>
              </a:rPr>
              <a:t>,  385-208-8248.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B46929"/>
                </a:solidFill>
              </a:rPr>
              <a:t>David Rosenberg</a:t>
            </a:r>
            <a:r>
              <a:rPr lang="en-US" sz="1100" dirty="0">
                <a:solidFill>
                  <a:srgbClr val="B46929"/>
                </a:solidFill>
              </a:rPr>
              <a:t>: </a:t>
            </a:r>
            <a:r>
              <a:rPr lang="en-US" sz="1100" dirty="0">
                <a:solidFill>
                  <a:srgbClr val="B46929"/>
                </a:solidFill>
                <a:hlinkClick r:id="rId5"/>
              </a:rPr>
              <a:t>david.rosenberg@usu.edu</a:t>
            </a:r>
            <a:r>
              <a:rPr lang="en-US" sz="1100" dirty="0">
                <a:solidFill>
                  <a:srgbClr val="B46929"/>
                </a:solidFill>
              </a:rPr>
              <a:t>,                 435-797-8689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B46929"/>
                </a:solidFill>
              </a:rPr>
              <a:t>Project #IRB-14808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C677AC-0B4E-1F46-2B88-F6F9E5180500}"/>
              </a:ext>
            </a:extLst>
          </p:cNvPr>
          <p:cNvSpPr txBox="1"/>
          <p:nvPr/>
        </p:nvSpPr>
        <p:spPr>
          <a:xfrm>
            <a:off x="653058" y="3279448"/>
            <a:ext cx="5674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 an immersive online model session.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 strategies with extreme low inflow and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 users more autonomy and flexibility to manage their differing interests.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32AE5D-B159-23A3-5BF0-0A012FC2348F}"/>
              </a:ext>
            </a:extLst>
          </p:cNvPr>
          <p:cNvSpPr txBox="1"/>
          <p:nvPr/>
        </p:nvSpPr>
        <p:spPr>
          <a:xfrm>
            <a:off x="3676650" y="6741431"/>
            <a:ext cx="2276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/>
            <a:r>
              <a:rPr lang="en-US" b="1" dirty="0"/>
              <a:t>OUR RECENT WORK</a:t>
            </a:r>
          </a:p>
          <a:p>
            <a:pPr marL="171450" indent="-171450" algn="ctr"/>
            <a:endParaRPr lang="en-US" b="1" dirty="0">
              <a:solidFill>
                <a:srgbClr val="B46929"/>
              </a:solidFill>
            </a:endParaRPr>
          </a:p>
          <a:p>
            <a:pPr marL="171450" indent="-171450" algn="ctr"/>
            <a:endParaRPr lang="en-US" b="1" dirty="0">
              <a:solidFill>
                <a:srgbClr val="B46929"/>
              </a:solidFill>
            </a:endParaRPr>
          </a:p>
          <a:p>
            <a:pPr marL="171450" indent="-171450" algn="ctr"/>
            <a:endParaRPr lang="en-US" b="1" dirty="0">
              <a:solidFill>
                <a:srgbClr val="B46929"/>
              </a:solidFill>
            </a:endParaRPr>
          </a:p>
          <a:p>
            <a:pPr marL="171450" indent="-171450" algn="ctr"/>
            <a:endParaRPr lang="en-US" b="1" dirty="0">
              <a:solidFill>
                <a:srgbClr val="B46929"/>
              </a:solidFill>
            </a:endParaRPr>
          </a:p>
          <a:p>
            <a:pPr marL="171450" indent="-171450" algn="ctr"/>
            <a:r>
              <a:rPr lang="en-US" b="1" dirty="0">
                <a:solidFill>
                  <a:srgbClr val="B46929"/>
                </a:solidFill>
              </a:rPr>
              <a:t>rosenberg.usu.edu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7B065-4583-1CC2-4564-CB9EAFDD7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9964" y="7100759"/>
            <a:ext cx="1049847" cy="106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2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Rosenberg</dc:creator>
  <cp:lastModifiedBy>David Rosenberg</cp:lastModifiedBy>
  <cp:revision>1</cp:revision>
  <dcterms:created xsi:type="dcterms:W3CDTF">2026-01-23T22:01:41Z</dcterms:created>
  <dcterms:modified xsi:type="dcterms:W3CDTF">2026-01-23T22:31:35Z</dcterms:modified>
</cp:coreProperties>
</file>