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6929"/>
    <a:srgbClr val="FFF9F3"/>
    <a:srgbClr val="FDF0E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4AAE0D-8640-4AE4-9A32-A83197813C88}" v="18" dt="2026-01-23T22:26:26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27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Rosenberg" userId="233858652_tp_box_2" providerId="OAuth2" clId="{E5F62BD0-CF07-4A81-8D24-F29F204C7907}"/>
    <pc:docChg chg="undo custSel addSld modSld">
      <pc:chgData name="David Rosenberg" userId="233858652_tp_box_2" providerId="OAuth2" clId="{E5F62BD0-CF07-4A81-8D24-F29F204C7907}" dt="2026-01-23T22:52:57.444" v="966" actId="1035"/>
      <pc:docMkLst>
        <pc:docMk/>
      </pc:docMkLst>
      <pc:sldChg chg="addSp delSp modSp new mod setBg">
        <pc:chgData name="David Rosenberg" userId="233858652_tp_box_2" providerId="OAuth2" clId="{E5F62BD0-CF07-4A81-8D24-F29F204C7907}" dt="2026-01-23T22:52:57.444" v="966" actId="1035"/>
        <pc:sldMkLst>
          <pc:docMk/>
          <pc:sldMk cId="1979127427" sldId="256"/>
        </pc:sldMkLst>
        <pc:spChg chg="del">
          <ac:chgData name="David Rosenberg" userId="233858652_tp_box_2" providerId="OAuth2" clId="{E5F62BD0-CF07-4A81-8D24-F29F204C7907}" dt="2026-01-23T22:04:38.748" v="4" actId="478"/>
          <ac:spMkLst>
            <pc:docMk/>
            <pc:sldMk cId="1979127427" sldId="256"/>
            <ac:spMk id="2" creationId="{B4C96CA0-5F66-5FC9-F09E-3E0A2EB2D581}"/>
          </ac:spMkLst>
        </pc:spChg>
        <pc:spChg chg="del">
          <ac:chgData name="David Rosenberg" userId="233858652_tp_box_2" providerId="OAuth2" clId="{E5F62BD0-CF07-4A81-8D24-F29F204C7907}" dt="2026-01-23T22:04:40.270" v="5" actId="478"/>
          <ac:spMkLst>
            <pc:docMk/>
            <pc:sldMk cId="1979127427" sldId="256"/>
            <ac:spMk id="3" creationId="{92D0A56E-8D21-8FE3-3481-8E3158FE0312}"/>
          </ac:spMkLst>
        </pc:spChg>
        <pc:spChg chg="add mod">
          <ac:chgData name="David Rosenberg" userId="233858652_tp_box_2" providerId="OAuth2" clId="{E5F62BD0-CF07-4A81-8D24-F29F204C7907}" dt="2026-01-23T22:50:50.986" v="902" actId="14100"/>
          <ac:spMkLst>
            <pc:docMk/>
            <pc:sldMk cId="1979127427" sldId="256"/>
            <ac:spMk id="8" creationId="{CC7CE002-9FCC-C935-8294-33B38DFC44E3}"/>
          </ac:spMkLst>
        </pc:spChg>
        <pc:spChg chg="add mod">
          <ac:chgData name="David Rosenberg" userId="233858652_tp_box_2" providerId="OAuth2" clId="{E5F62BD0-CF07-4A81-8D24-F29F204C7907}" dt="2026-01-23T22:51:03.849" v="905" actId="1036"/>
          <ac:spMkLst>
            <pc:docMk/>
            <pc:sldMk cId="1979127427" sldId="256"/>
            <ac:spMk id="9" creationId="{B99E8AD3-CF89-B6DB-4DD2-43809C4C821E}"/>
          </ac:spMkLst>
        </pc:spChg>
        <pc:spChg chg="add mod">
          <ac:chgData name="David Rosenberg" userId="233858652_tp_box_2" providerId="OAuth2" clId="{E5F62BD0-CF07-4A81-8D24-F29F204C7907}" dt="2026-01-23T22:52:57.444" v="966" actId="1035"/>
          <ac:spMkLst>
            <pc:docMk/>
            <pc:sldMk cId="1979127427" sldId="256"/>
            <ac:spMk id="12" creationId="{59558C39-9677-0B17-5076-CDBBF56030EC}"/>
          </ac:spMkLst>
        </pc:spChg>
        <pc:spChg chg="add mod">
          <ac:chgData name="David Rosenberg" userId="233858652_tp_box_2" providerId="OAuth2" clId="{E5F62BD0-CF07-4A81-8D24-F29F204C7907}" dt="2026-01-23T22:52:29.702" v="961" actId="20577"/>
          <ac:spMkLst>
            <pc:docMk/>
            <pc:sldMk cId="1979127427" sldId="256"/>
            <ac:spMk id="13" creationId="{7E4D6700-A761-1F2E-9C7E-828D65762DB5}"/>
          </ac:spMkLst>
        </pc:spChg>
        <pc:spChg chg="add mod">
          <ac:chgData name="David Rosenberg" userId="233858652_tp_box_2" providerId="OAuth2" clId="{E5F62BD0-CF07-4A81-8D24-F29F204C7907}" dt="2026-01-23T22:51:10.418" v="908" actId="1036"/>
          <ac:spMkLst>
            <pc:docMk/>
            <pc:sldMk cId="1979127427" sldId="256"/>
            <ac:spMk id="14" creationId="{35C677AC-0B4E-1F46-2B88-F6F9E5180500}"/>
          </ac:spMkLst>
        </pc:spChg>
        <pc:spChg chg="add mod">
          <ac:chgData name="David Rosenberg" userId="233858652_tp_box_2" providerId="OAuth2" clId="{E5F62BD0-CF07-4A81-8D24-F29F204C7907}" dt="2026-01-23T22:50:43.583" v="901" actId="1035"/>
          <ac:spMkLst>
            <pc:docMk/>
            <pc:sldMk cId="1979127427" sldId="256"/>
            <ac:spMk id="15" creationId="{A132AE5D-B159-23A3-5BF0-0A012FC2348F}"/>
          </ac:spMkLst>
        </pc:spChg>
        <pc:picChg chg="add mod">
          <ac:chgData name="David Rosenberg" userId="233858652_tp_box_2" providerId="OAuth2" clId="{E5F62BD0-CF07-4A81-8D24-F29F204C7907}" dt="2026-01-23T22:51:28.124" v="925" actId="1036"/>
          <ac:picMkLst>
            <pc:docMk/>
            <pc:sldMk cId="1979127427" sldId="256"/>
            <ac:picMk id="5" creationId="{5F9B32D8-4FF5-9220-232C-41D657A2D82D}"/>
          </ac:picMkLst>
        </pc:picChg>
        <pc:picChg chg="add del">
          <ac:chgData name="David Rosenberg" userId="233858652_tp_box_2" providerId="OAuth2" clId="{E5F62BD0-CF07-4A81-8D24-F29F204C7907}" dt="2026-01-23T22:07:08.757" v="24" actId="478"/>
          <ac:picMkLst>
            <pc:docMk/>
            <pc:sldMk cId="1979127427" sldId="256"/>
            <ac:picMk id="7" creationId="{C7EF61A5-C3BA-1D62-404B-D18AE52E3E3C}"/>
          </ac:picMkLst>
        </pc:picChg>
        <pc:picChg chg="add mod">
          <ac:chgData name="David Rosenberg" userId="233858652_tp_box_2" providerId="OAuth2" clId="{E5F62BD0-CF07-4A81-8D24-F29F204C7907}" dt="2026-01-23T22:51:16.516" v="917" actId="1036"/>
          <ac:picMkLst>
            <pc:docMk/>
            <pc:sldMk cId="1979127427" sldId="256"/>
            <ac:picMk id="11" creationId="{E6F38D7E-6A8B-3240-EFBF-3130CD940730}"/>
          </ac:picMkLst>
        </pc:picChg>
        <pc:picChg chg="add mod">
          <ac:chgData name="David Rosenberg" userId="233858652_tp_box_2" providerId="OAuth2" clId="{E5F62BD0-CF07-4A81-8D24-F29F204C7907}" dt="2026-01-23T22:50:43.583" v="901" actId="1035"/>
          <ac:picMkLst>
            <pc:docMk/>
            <pc:sldMk cId="1979127427" sldId="256"/>
            <ac:picMk id="17" creationId="{9577B065-4583-1CC2-4564-CB9EAFDD7D4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891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52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09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72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754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22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886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01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83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108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14313-F918-43B4-89D9-A3694910F3B7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8AE137-1535-4C33-B88B-8994037E6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338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mailto:david.rosenberg@usu.edu" TargetMode="External"/><Relationship Id="rId4" Type="http://schemas.openxmlformats.org/officeDocument/2006/relationships/hyperlink" Target="mailto:a02369941@usu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9B32D8-4FF5-9220-232C-41D657A2D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66" y="8294693"/>
            <a:ext cx="6139654" cy="120180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C7CE002-9FCC-C935-8294-33B38DFC44E3}"/>
              </a:ext>
            </a:extLst>
          </p:cNvPr>
          <p:cNvSpPr/>
          <p:nvPr/>
        </p:nvSpPr>
        <p:spPr>
          <a:xfrm>
            <a:off x="437198" y="348916"/>
            <a:ext cx="6898005" cy="9300410"/>
          </a:xfrm>
          <a:prstGeom prst="rect">
            <a:avLst/>
          </a:prstGeom>
          <a:noFill/>
          <a:ln w="25400">
            <a:solidFill>
              <a:srgbClr val="B469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E8AD3-CF89-B6DB-4DD2-43809C4C821E}"/>
              </a:ext>
            </a:extLst>
          </p:cNvPr>
          <p:cNvSpPr txBox="1"/>
          <p:nvPr/>
        </p:nvSpPr>
        <p:spPr>
          <a:xfrm>
            <a:off x="604185" y="572171"/>
            <a:ext cx="6564032" cy="1068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173" b="1" dirty="0">
                <a:solidFill>
                  <a:srgbClr val="B46929"/>
                </a:solidFill>
              </a:rPr>
              <a:t>Help Improve NOAA Tools to Manage Risks of Water Shortages?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F38D7E-6A8B-3240-EFBF-3130CD940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43" y="3765127"/>
            <a:ext cx="3227704" cy="22818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558C39-9677-0B17-5076-CDBBF56030EC}"/>
              </a:ext>
            </a:extLst>
          </p:cNvPr>
          <p:cNvSpPr txBox="1"/>
          <p:nvPr/>
        </p:nvSpPr>
        <p:spPr>
          <a:xfrm>
            <a:off x="4166871" y="3717786"/>
            <a:ext cx="2998309" cy="2185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2267" b="1" dirty="0">
                <a:solidFill>
                  <a:srgbClr val="B46929"/>
                </a:solidFill>
              </a:rPr>
              <a:t>Fun</a:t>
            </a:r>
          </a:p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2267" b="1" dirty="0">
                <a:solidFill>
                  <a:srgbClr val="B46929"/>
                </a:solidFill>
              </a:rPr>
              <a:t>Friendly</a:t>
            </a:r>
          </a:p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2267" b="1" dirty="0">
                <a:solidFill>
                  <a:srgbClr val="B46929"/>
                </a:solidFill>
              </a:rPr>
              <a:t>2-hour time commitment</a:t>
            </a:r>
          </a:p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2267" b="1" dirty="0">
                <a:solidFill>
                  <a:srgbClr val="B46929"/>
                </a:solidFill>
              </a:rPr>
              <a:t>No prior modeling experience needed.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4D6700-A761-1F2E-9C7E-828D65762DB5}"/>
              </a:ext>
            </a:extLst>
          </p:cNvPr>
          <p:cNvSpPr txBox="1"/>
          <p:nvPr/>
        </p:nvSpPr>
        <p:spPr>
          <a:xfrm>
            <a:off x="885866" y="6340185"/>
            <a:ext cx="3104517" cy="15577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4304" indent="-194304"/>
            <a:r>
              <a:rPr lang="en-US" sz="2040" b="1" dirty="0"/>
              <a:t>CONTACT</a:t>
            </a:r>
          </a:p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1247" b="1" dirty="0">
                <a:solidFill>
                  <a:srgbClr val="B46929"/>
                </a:solidFill>
              </a:rPr>
              <a:t>Anabelle Myers</a:t>
            </a:r>
            <a:r>
              <a:rPr lang="en-US" sz="1247" dirty="0">
                <a:solidFill>
                  <a:srgbClr val="B46929"/>
                </a:solidFill>
              </a:rPr>
              <a:t>: </a:t>
            </a:r>
            <a:r>
              <a:rPr lang="en-US" sz="1247" dirty="0">
                <a:solidFill>
                  <a:srgbClr val="B46929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a02369941@usu.edu</a:t>
            </a:r>
            <a:r>
              <a:rPr lang="en-US" sz="1247" dirty="0">
                <a:solidFill>
                  <a:srgbClr val="B46929"/>
                </a:solidFill>
              </a:rPr>
              <a:t>,  385-208-8248.</a:t>
            </a:r>
          </a:p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1247" b="1" dirty="0">
                <a:solidFill>
                  <a:srgbClr val="B46929"/>
                </a:solidFill>
              </a:rPr>
              <a:t>David Rosenberg</a:t>
            </a:r>
            <a:r>
              <a:rPr lang="en-US" sz="1247" dirty="0">
                <a:solidFill>
                  <a:srgbClr val="B46929"/>
                </a:solidFill>
              </a:rPr>
              <a:t>: </a:t>
            </a:r>
            <a:r>
              <a:rPr lang="en-US" sz="1247" dirty="0">
                <a:solidFill>
                  <a:srgbClr val="B46929"/>
                </a:solidFill>
                <a:hlinkClick r:id="rId5"/>
              </a:rPr>
              <a:t>david.rosenberg@usu.edu</a:t>
            </a:r>
            <a:r>
              <a:rPr lang="en-US" sz="1247" dirty="0">
                <a:solidFill>
                  <a:srgbClr val="B46929"/>
                </a:solidFill>
              </a:rPr>
              <a:t>, </a:t>
            </a:r>
          </a:p>
          <a:p>
            <a:pPr marL="168275" indent="-168275"/>
            <a:r>
              <a:rPr lang="en-US" sz="1247" dirty="0">
                <a:solidFill>
                  <a:srgbClr val="B46929"/>
                </a:solidFill>
              </a:rPr>
              <a:t>	435-797-8689</a:t>
            </a:r>
          </a:p>
          <a:p>
            <a:pPr marL="194304" indent="-194304">
              <a:buFont typeface="Arial" panose="020B0604020202020204" pitchFamily="34" charset="0"/>
              <a:buChar char="•"/>
            </a:pPr>
            <a:r>
              <a:rPr lang="en-US" sz="1247" dirty="0">
                <a:solidFill>
                  <a:srgbClr val="B46929"/>
                </a:solidFill>
              </a:rPr>
              <a:t>Project #IRB-14808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C677AC-0B4E-1F46-2B88-F6F9E5180500}"/>
              </a:ext>
            </a:extLst>
          </p:cNvPr>
          <p:cNvSpPr txBox="1"/>
          <p:nvPr/>
        </p:nvSpPr>
        <p:spPr>
          <a:xfrm>
            <a:off x="670640" y="1827619"/>
            <a:ext cx="643112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23840" indent="-323840">
              <a:buFont typeface="Arial" panose="020B0604020202020204" pitchFamily="34" charset="0"/>
              <a:buChar char="•"/>
            </a:pPr>
            <a:r>
              <a:rPr lang="en-US" sz="2040" dirty="0"/>
              <a:t>Adapt strategies with extreme low inflow and storage.</a:t>
            </a:r>
          </a:p>
          <a:p>
            <a:pPr marL="323840" indent="-323840">
              <a:buFont typeface="Arial" panose="020B0604020202020204" pitchFamily="34" charset="0"/>
              <a:buChar char="•"/>
            </a:pPr>
            <a:r>
              <a:rPr lang="en-US" sz="2040" dirty="0"/>
              <a:t>Give users more autonomy and flexibility to manage their differing interests.</a:t>
            </a:r>
          </a:p>
          <a:p>
            <a:pPr marL="323840" indent="-323840">
              <a:buFont typeface="Arial" panose="020B0604020202020204" pitchFamily="34" charset="0"/>
              <a:buChar char="•"/>
            </a:pPr>
            <a:r>
              <a:rPr lang="en-US" sz="2040" dirty="0"/>
              <a:t>Join an immersive online collaborative model session.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32AE5D-B159-23A3-5BF0-0A012FC2348F}"/>
              </a:ext>
            </a:extLst>
          </p:cNvPr>
          <p:cNvSpPr txBox="1"/>
          <p:nvPr/>
        </p:nvSpPr>
        <p:spPr>
          <a:xfrm>
            <a:off x="4166871" y="6340184"/>
            <a:ext cx="2580005" cy="1975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4304" indent="-194304" algn="ctr"/>
            <a:r>
              <a:rPr lang="en-US" sz="2040" b="1" dirty="0"/>
              <a:t>OUR RECENT WORK</a:t>
            </a:r>
          </a:p>
          <a:p>
            <a:pPr marL="194304" indent="-194304" algn="ctr"/>
            <a:endParaRPr lang="en-US" sz="2040" b="1" dirty="0">
              <a:solidFill>
                <a:srgbClr val="B46929"/>
              </a:solidFill>
            </a:endParaRPr>
          </a:p>
          <a:p>
            <a:pPr marL="194304" indent="-194304" algn="ctr"/>
            <a:endParaRPr lang="en-US" sz="2040" b="1" dirty="0">
              <a:solidFill>
                <a:srgbClr val="B46929"/>
              </a:solidFill>
            </a:endParaRPr>
          </a:p>
          <a:p>
            <a:pPr marL="194304" indent="-194304" algn="ctr"/>
            <a:endParaRPr lang="en-US" sz="2040" b="1" dirty="0">
              <a:solidFill>
                <a:srgbClr val="B46929"/>
              </a:solidFill>
            </a:endParaRPr>
          </a:p>
          <a:p>
            <a:pPr marL="194304" indent="-194304" algn="ctr"/>
            <a:endParaRPr lang="en-US" sz="2040" b="1" dirty="0">
              <a:solidFill>
                <a:srgbClr val="B46929"/>
              </a:solidFill>
            </a:endParaRPr>
          </a:p>
          <a:p>
            <a:pPr marL="194304" indent="-194304" algn="ctr"/>
            <a:r>
              <a:rPr lang="en-US" sz="2040" b="1" dirty="0">
                <a:solidFill>
                  <a:srgbClr val="B46929"/>
                </a:solidFill>
              </a:rPr>
              <a:t>rosenberg.usu.edu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577B065-4583-1CC2-4564-CB9EAFDD7D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1960" y="6747423"/>
            <a:ext cx="1189827" cy="1201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27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</TotalTime>
  <Words>87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Rosenberg</dc:creator>
  <cp:lastModifiedBy>David Rosenberg</cp:lastModifiedBy>
  <cp:revision>1</cp:revision>
  <dcterms:created xsi:type="dcterms:W3CDTF">2026-01-23T22:01:41Z</dcterms:created>
  <dcterms:modified xsi:type="dcterms:W3CDTF">2026-01-23T22:54:13Z</dcterms:modified>
</cp:coreProperties>
</file>