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387"/>
    <a:srgbClr val="FF9E00"/>
    <a:srgbClr val="FFEB3B"/>
    <a:srgbClr val="FF80AB"/>
    <a:srgbClr val="80DE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7E7E32-16E4-47D6-8170-7776CAC82F32}" v="7" dt="2026-07-23T15:51:11.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tlyn Andrus" userId="93711490caa99c52" providerId="LiveId" clId="{829D3277-491F-4BAC-91C2-F3F235FA53FD}"/>
    <pc:docChg chg="undo custSel delSld modSld">
      <pc:chgData name="Caitlyn Andrus" userId="93711490caa99c52" providerId="LiveId" clId="{829D3277-491F-4BAC-91C2-F3F235FA53FD}" dt="2026-07-27T21:39:44.249" v="646" actId="1038"/>
      <pc:docMkLst>
        <pc:docMk/>
      </pc:docMkLst>
      <pc:sldChg chg="addSp modSp mod">
        <pc:chgData name="Caitlyn Andrus" userId="93711490caa99c52" providerId="LiveId" clId="{829D3277-491F-4BAC-91C2-F3F235FA53FD}" dt="2026-07-27T21:39:44.249" v="646" actId="1038"/>
        <pc:sldMkLst>
          <pc:docMk/>
          <pc:sldMk cId="1296526918" sldId="257"/>
        </pc:sldMkLst>
        <pc:spChg chg="mod">
          <ac:chgData name="Caitlyn Andrus" userId="93711490caa99c52" providerId="LiveId" clId="{829D3277-491F-4BAC-91C2-F3F235FA53FD}" dt="2026-07-23T16:16:33.492" v="563" actId="1076"/>
          <ac:spMkLst>
            <pc:docMk/>
            <pc:sldMk cId="1296526918" sldId="257"/>
            <ac:spMk id="2" creationId="{E8CB50F8-2506-027A-B13B-8665132762E2}"/>
          </ac:spMkLst>
        </pc:spChg>
        <pc:spChg chg="mod">
          <ac:chgData name="Caitlyn Andrus" userId="93711490caa99c52" providerId="LiveId" clId="{829D3277-491F-4BAC-91C2-F3F235FA53FD}" dt="2026-07-23T16:06:05.768" v="449" actId="1036"/>
          <ac:spMkLst>
            <pc:docMk/>
            <pc:sldMk cId="1296526918" sldId="257"/>
            <ac:spMk id="5" creationId="{98F2D7CE-B8D5-50F4-ED78-59174B88029B}"/>
          </ac:spMkLst>
        </pc:spChg>
        <pc:spChg chg="mod">
          <ac:chgData name="Caitlyn Andrus" userId="93711490caa99c52" providerId="LiveId" clId="{829D3277-491F-4BAC-91C2-F3F235FA53FD}" dt="2026-07-23T16:06:05.768" v="449" actId="1036"/>
          <ac:spMkLst>
            <pc:docMk/>
            <pc:sldMk cId="1296526918" sldId="257"/>
            <ac:spMk id="6" creationId="{49531895-781C-0510-17B0-AE2D0F392828}"/>
          </ac:spMkLst>
        </pc:spChg>
        <pc:spChg chg="mod">
          <ac:chgData name="Caitlyn Andrus" userId="93711490caa99c52" providerId="LiveId" clId="{829D3277-491F-4BAC-91C2-F3F235FA53FD}" dt="2026-07-23T16:13:46.409" v="522" actId="1076"/>
          <ac:spMkLst>
            <pc:docMk/>
            <pc:sldMk cId="1296526918" sldId="257"/>
            <ac:spMk id="7" creationId="{8B97B8C9-88CE-7549-1104-8205FA53406B}"/>
          </ac:spMkLst>
        </pc:spChg>
        <pc:spChg chg="add mod ord">
          <ac:chgData name="Caitlyn Andrus" userId="93711490caa99c52" providerId="LiveId" clId="{829D3277-491F-4BAC-91C2-F3F235FA53FD}" dt="2026-07-27T21:39:19.330" v="636" actId="20577"/>
          <ac:spMkLst>
            <pc:docMk/>
            <pc:sldMk cId="1296526918" sldId="257"/>
            <ac:spMk id="8" creationId="{C2BA1D17-13CA-4CC6-BAD6-F4AD20215732}"/>
          </ac:spMkLst>
        </pc:spChg>
        <pc:spChg chg="mod">
          <ac:chgData name="Caitlyn Andrus" userId="93711490caa99c52" providerId="LiveId" clId="{829D3277-491F-4BAC-91C2-F3F235FA53FD}" dt="2026-07-23T15:30:12.604" v="1" actId="20577"/>
          <ac:spMkLst>
            <pc:docMk/>
            <pc:sldMk cId="1296526918" sldId="257"/>
            <ac:spMk id="9" creationId="{6F820017-8F43-07CE-780C-09BBDB032B7D}"/>
          </ac:spMkLst>
        </pc:spChg>
        <pc:spChg chg="mod">
          <ac:chgData name="Caitlyn Andrus" userId="93711490caa99c52" providerId="LiveId" clId="{829D3277-491F-4BAC-91C2-F3F235FA53FD}" dt="2026-07-23T16:14:08.821" v="524" actId="1038"/>
          <ac:spMkLst>
            <pc:docMk/>
            <pc:sldMk cId="1296526918" sldId="257"/>
            <ac:spMk id="10" creationId="{71601F13-56DC-8BDF-FC20-CEF6B8C815E9}"/>
          </ac:spMkLst>
        </pc:spChg>
        <pc:spChg chg="mod">
          <ac:chgData name="Caitlyn Andrus" userId="93711490caa99c52" providerId="LiveId" clId="{829D3277-491F-4BAC-91C2-F3F235FA53FD}" dt="2026-07-23T16:06:05.768" v="449" actId="1036"/>
          <ac:spMkLst>
            <pc:docMk/>
            <pc:sldMk cId="1296526918" sldId="257"/>
            <ac:spMk id="12" creationId="{6D7D83DC-3E65-E766-BECA-A5581130318B}"/>
          </ac:spMkLst>
        </pc:spChg>
        <pc:spChg chg="mod">
          <ac:chgData name="Caitlyn Andrus" userId="93711490caa99c52" providerId="LiveId" clId="{829D3277-491F-4BAC-91C2-F3F235FA53FD}" dt="2026-07-23T16:06:05.768" v="449" actId="1036"/>
          <ac:spMkLst>
            <pc:docMk/>
            <pc:sldMk cId="1296526918" sldId="257"/>
            <ac:spMk id="13" creationId="{5DE3A67A-2B35-32D0-4662-1DC5301ED398}"/>
          </ac:spMkLst>
        </pc:spChg>
        <pc:spChg chg="mod">
          <ac:chgData name="Caitlyn Andrus" userId="93711490caa99c52" providerId="LiveId" clId="{829D3277-491F-4BAC-91C2-F3F235FA53FD}" dt="2026-07-23T16:06:05.768" v="449" actId="1036"/>
          <ac:spMkLst>
            <pc:docMk/>
            <pc:sldMk cId="1296526918" sldId="257"/>
            <ac:spMk id="14" creationId="{788B42BD-023B-9274-8705-0DDAE19D7161}"/>
          </ac:spMkLst>
        </pc:spChg>
        <pc:spChg chg="mod">
          <ac:chgData name="Caitlyn Andrus" userId="93711490caa99c52" providerId="LiveId" clId="{829D3277-491F-4BAC-91C2-F3F235FA53FD}" dt="2026-07-23T16:14:08.821" v="524" actId="1038"/>
          <ac:spMkLst>
            <pc:docMk/>
            <pc:sldMk cId="1296526918" sldId="257"/>
            <ac:spMk id="15" creationId="{C8604517-A851-5FE4-84F4-9537317E4364}"/>
          </ac:spMkLst>
        </pc:spChg>
        <pc:spChg chg="mod">
          <ac:chgData name="Caitlyn Andrus" userId="93711490caa99c52" providerId="LiveId" clId="{829D3277-491F-4BAC-91C2-F3F235FA53FD}" dt="2026-07-23T16:14:08.821" v="524" actId="1038"/>
          <ac:spMkLst>
            <pc:docMk/>
            <pc:sldMk cId="1296526918" sldId="257"/>
            <ac:spMk id="17" creationId="{381B905E-BA93-83C8-51FC-FCA8F3A55B83}"/>
          </ac:spMkLst>
        </pc:spChg>
        <pc:spChg chg="mod ord">
          <ac:chgData name="Caitlyn Andrus" userId="93711490caa99c52" providerId="LiveId" clId="{829D3277-491F-4BAC-91C2-F3F235FA53FD}" dt="2026-07-27T21:38:48.093" v="594" actId="1035"/>
          <ac:spMkLst>
            <pc:docMk/>
            <pc:sldMk cId="1296526918" sldId="257"/>
            <ac:spMk id="19" creationId="{324E6FE2-CEC0-0E5C-765A-B888306482A3}"/>
          </ac:spMkLst>
        </pc:spChg>
        <pc:spChg chg="mod ord">
          <ac:chgData name="Caitlyn Andrus" userId="93711490caa99c52" providerId="LiveId" clId="{829D3277-491F-4BAC-91C2-F3F235FA53FD}" dt="2026-07-27T21:39:44.249" v="646" actId="1038"/>
          <ac:spMkLst>
            <pc:docMk/>
            <pc:sldMk cId="1296526918" sldId="257"/>
            <ac:spMk id="21" creationId="{6C33311D-FFDB-4649-F965-7361094B82C6}"/>
          </ac:spMkLst>
        </pc:spChg>
        <pc:spChg chg="mod">
          <ac:chgData name="Caitlyn Andrus" userId="93711490caa99c52" providerId="LiveId" clId="{829D3277-491F-4BAC-91C2-F3F235FA53FD}" dt="2026-07-23T16:14:08.821" v="524" actId="1038"/>
          <ac:spMkLst>
            <pc:docMk/>
            <pc:sldMk cId="1296526918" sldId="257"/>
            <ac:spMk id="23" creationId="{60CD00BC-927C-BFA5-F41D-5AC4C610CA10}"/>
          </ac:spMkLst>
        </pc:spChg>
        <pc:spChg chg="mod">
          <ac:chgData name="Caitlyn Andrus" userId="93711490caa99c52" providerId="LiveId" clId="{829D3277-491F-4BAC-91C2-F3F235FA53FD}" dt="2026-07-23T16:17:31.372" v="584" actId="1037"/>
          <ac:spMkLst>
            <pc:docMk/>
            <pc:sldMk cId="1296526918" sldId="257"/>
            <ac:spMk id="27" creationId="{876F1992-AF23-28E0-49CE-BF24522BDDCC}"/>
          </ac:spMkLst>
        </pc:spChg>
        <pc:spChg chg="mod">
          <ac:chgData name="Caitlyn Andrus" userId="93711490caa99c52" providerId="LiveId" clId="{829D3277-491F-4BAC-91C2-F3F235FA53FD}" dt="2026-07-23T16:17:31.372" v="584" actId="1037"/>
          <ac:spMkLst>
            <pc:docMk/>
            <pc:sldMk cId="1296526918" sldId="257"/>
            <ac:spMk id="29" creationId="{DCEE4E29-472C-9CC9-8A83-39DBA5A5221B}"/>
          </ac:spMkLst>
        </pc:spChg>
        <pc:spChg chg="mod">
          <ac:chgData name="Caitlyn Andrus" userId="93711490caa99c52" providerId="LiveId" clId="{829D3277-491F-4BAC-91C2-F3F235FA53FD}" dt="2026-07-23T16:16:44.504" v="566" actId="1076"/>
          <ac:spMkLst>
            <pc:docMk/>
            <pc:sldMk cId="1296526918" sldId="257"/>
            <ac:spMk id="31" creationId="{5F2CD16C-2D55-3B05-B72C-1B0C9D15FC8B}"/>
          </ac:spMkLst>
        </pc:spChg>
        <pc:spChg chg="mod">
          <ac:chgData name="Caitlyn Andrus" userId="93711490caa99c52" providerId="LiveId" clId="{829D3277-491F-4BAC-91C2-F3F235FA53FD}" dt="2026-07-23T16:16:44.100" v="565" actId="1076"/>
          <ac:spMkLst>
            <pc:docMk/>
            <pc:sldMk cId="1296526918" sldId="257"/>
            <ac:spMk id="33" creationId="{34A06738-4027-6BBC-AB57-755562AA2F12}"/>
          </ac:spMkLst>
        </pc:spChg>
        <pc:spChg chg="mod">
          <ac:chgData name="Caitlyn Andrus" userId="93711490caa99c52" providerId="LiveId" clId="{829D3277-491F-4BAC-91C2-F3F235FA53FD}" dt="2026-07-23T16:17:10.401" v="571" actId="1036"/>
          <ac:spMkLst>
            <pc:docMk/>
            <pc:sldMk cId="1296526918" sldId="257"/>
            <ac:spMk id="35" creationId="{A6ED3A5A-4B94-E651-C379-3034F71AB6B7}"/>
          </ac:spMkLst>
        </pc:spChg>
        <pc:spChg chg="mod ord">
          <ac:chgData name="Caitlyn Andrus" userId="93711490caa99c52" providerId="LiveId" clId="{829D3277-491F-4BAC-91C2-F3F235FA53FD}" dt="2026-07-23T16:17:10.401" v="571" actId="1036"/>
          <ac:spMkLst>
            <pc:docMk/>
            <pc:sldMk cId="1296526918" sldId="257"/>
            <ac:spMk id="37" creationId="{DD4501BA-2873-F03E-DDB4-FC18AA3D34A2}"/>
          </ac:spMkLst>
        </pc:spChg>
        <pc:spChg chg="mod ord">
          <ac:chgData name="Caitlyn Andrus" userId="93711490caa99c52" providerId="LiveId" clId="{829D3277-491F-4BAC-91C2-F3F235FA53FD}" dt="2026-07-23T16:17:10.401" v="571" actId="1036"/>
          <ac:spMkLst>
            <pc:docMk/>
            <pc:sldMk cId="1296526918" sldId="257"/>
            <ac:spMk id="39" creationId="{302A9366-D4BE-86B8-DCA3-1324C85513C6}"/>
          </ac:spMkLst>
        </pc:spChg>
        <pc:spChg chg="mod ord">
          <ac:chgData name="Caitlyn Andrus" userId="93711490caa99c52" providerId="LiveId" clId="{829D3277-491F-4BAC-91C2-F3F235FA53FD}" dt="2026-07-23T16:17:10.401" v="571" actId="1036"/>
          <ac:spMkLst>
            <pc:docMk/>
            <pc:sldMk cId="1296526918" sldId="257"/>
            <ac:spMk id="41" creationId="{F24B9996-B668-CFFD-F320-B40B4D304CE9}"/>
          </ac:spMkLst>
        </pc:spChg>
        <pc:spChg chg="mod">
          <ac:chgData name="Caitlyn Andrus" userId="93711490caa99c52" providerId="LiveId" clId="{829D3277-491F-4BAC-91C2-F3F235FA53FD}" dt="2026-07-23T16:14:45.362" v="545" actId="1038"/>
          <ac:spMkLst>
            <pc:docMk/>
            <pc:sldMk cId="1296526918" sldId="257"/>
            <ac:spMk id="43" creationId="{4A6FAF61-723B-CB5F-33FE-43C3DD0BBF67}"/>
          </ac:spMkLst>
        </pc:spChg>
        <pc:spChg chg="mod">
          <ac:chgData name="Caitlyn Andrus" userId="93711490caa99c52" providerId="LiveId" clId="{829D3277-491F-4BAC-91C2-F3F235FA53FD}" dt="2026-07-23T16:14:45.362" v="545" actId="1038"/>
          <ac:spMkLst>
            <pc:docMk/>
            <pc:sldMk cId="1296526918" sldId="257"/>
            <ac:spMk id="45" creationId="{68803ADA-2685-848F-0829-E93002C21652}"/>
          </ac:spMkLst>
        </pc:spChg>
        <pc:spChg chg="mod">
          <ac:chgData name="Caitlyn Andrus" userId="93711490caa99c52" providerId="LiveId" clId="{829D3277-491F-4BAC-91C2-F3F235FA53FD}" dt="2026-07-23T16:14:45.362" v="545" actId="1038"/>
          <ac:spMkLst>
            <pc:docMk/>
            <pc:sldMk cId="1296526918" sldId="257"/>
            <ac:spMk id="47" creationId="{8A6CA2BE-818C-09E5-54F5-BDCC4EE3DCC5}"/>
          </ac:spMkLst>
        </pc:spChg>
        <pc:spChg chg="mod">
          <ac:chgData name="Caitlyn Andrus" userId="93711490caa99c52" providerId="LiveId" clId="{829D3277-491F-4BAC-91C2-F3F235FA53FD}" dt="2026-07-23T16:14:45.362" v="545" actId="1038"/>
          <ac:spMkLst>
            <pc:docMk/>
            <pc:sldMk cId="1296526918" sldId="257"/>
            <ac:spMk id="49" creationId="{1CBC31BE-6B5F-7F77-8A1A-9F085E84712A}"/>
          </ac:spMkLst>
        </pc:spChg>
        <pc:spChg chg="mod ord">
          <ac:chgData name="Caitlyn Andrus" userId="93711490caa99c52" providerId="LiveId" clId="{829D3277-491F-4BAC-91C2-F3F235FA53FD}" dt="2026-07-23T15:59:27.274" v="388" actId="14100"/>
          <ac:spMkLst>
            <pc:docMk/>
            <pc:sldMk cId="1296526918" sldId="257"/>
            <ac:spMk id="51" creationId="{AF56D52A-7C3E-868C-D868-52124F7ED24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5F386A-DF12-4DBD-A249-CFD28B872ADD}"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2E6F65-1AD4-4BA2-A93C-4CAC4D9CDD61}" type="slidenum">
              <a:rPr lang="en-US" smtClean="0"/>
              <a:t>‹#›</a:t>
            </a:fld>
            <a:endParaRPr lang="en-US"/>
          </a:p>
        </p:txBody>
      </p:sp>
    </p:spTree>
    <p:extLst>
      <p:ext uri="{BB962C8B-B14F-4D97-AF65-F5344CB8AC3E}">
        <p14:creationId xmlns:p14="http://schemas.microsoft.com/office/powerpoint/2010/main" val="376204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2E6F65-1AD4-4BA2-A93C-4CAC4D9CDD61}" type="slidenum">
              <a:rPr lang="en-US" smtClean="0"/>
              <a:t>1</a:t>
            </a:fld>
            <a:endParaRPr lang="en-US"/>
          </a:p>
        </p:txBody>
      </p:sp>
    </p:spTree>
    <p:extLst>
      <p:ext uri="{BB962C8B-B14F-4D97-AF65-F5344CB8AC3E}">
        <p14:creationId xmlns:p14="http://schemas.microsoft.com/office/powerpoint/2010/main" val="765400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A538-41B5-81FF-5EDF-E1C1DDB8F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A0F388-1C9E-4E1A-1184-FB3D2DCF2A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441DEA-A8A3-6CA6-EDAF-0D0C1C1EC703}"/>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5" name="Footer Placeholder 4">
            <a:extLst>
              <a:ext uri="{FF2B5EF4-FFF2-40B4-BE49-F238E27FC236}">
                <a16:creationId xmlns:a16="http://schemas.microsoft.com/office/drawing/2014/main" id="{E241B835-2A24-FEE3-257B-10E9704A37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0EB13-DAF3-0943-A916-D1E849D0AFE8}"/>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2471911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A1ADD-68E5-060E-ECFC-1986CE1751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31157C-2E37-8F8F-FE44-7A34FD5C60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99BE-35AB-2C6A-7D1A-7FD0C33A1270}"/>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5" name="Footer Placeholder 4">
            <a:extLst>
              <a:ext uri="{FF2B5EF4-FFF2-40B4-BE49-F238E27FC236}">
                <a16:creationId xmlns:a16="http://schemas.microsoft.com/office/drawing/2014/main" id="{B439692C-D984-86CB-76EA-B310C8E5B8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E2504E-92DA-2C3A-2395-F3676895903F}"/>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4253948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62162-BB4C-33AD-F18C-1AEE18D95E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528862-A02F-BB57-8301-290C239BD0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50B71F-D044-C7F8-1661-609F7000A388}"/>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5" name="Footer Placeholder 4">
            <a:extLst>
              <a:ext uri="{FF2B5EF4-FFF2-40B4-BE49-F238E27FC236}">
                <a16:creationId xmlns:a16="http://schemas.microsoft.com/office/drawing/2014/main" id="{F0753AD5-A091-139A-8342-3AA639C24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6C23B4-EA34-E816-40EE-CFC6915C53FF}"/>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1234309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8358-6AB4-0D69-BD36-FC4B9B2CB4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0A6C05-DC9D-9867-F3EA-16868E5EBC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631FF1-1A93-913C-D010-AD8A05A682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A236F0-7D87-8168-EC69-22197EC3CF13}"/>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6" name="Footer Placeholder 5">
            <a:extLst>
              <a:ext uri="{FF2B5EF4-FFF2-40B4-BE49-F238E27FC236}">
                <a16:creationId xmlns:a16="http://schemas.microsoft.com/office/drawing/2014/main" id="{E000E5FD-BDC6-11D1-EC9A-B1F04354E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B06F6B-36B7-A5CA-256F-17587F935E00}"/>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2342093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65E7-055A-0F57-84E1-6D9CAE54CA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866DBD-7D78-43F3-0D42-83CF6E96CE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76BCB5-6216-DBC8-B00E-C7788496AE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2A461D-8993-B4D1-EE02-9D52543D52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1D464F-18E8-97B1-A85C-13B63FBDC7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4DA157-ECCC-DDBB-EE01-8F815DA0B65E}"/>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8" name="Footer Placeholder 7">
            <a:extLst>
              <a:ext uri="{FF2B5EF4-FFF2-40B4-BE49-F238E27FC236}">
                <a16:creationId xmlns:a16="http://schemas.microsoft.com/office/drawing/2014/main" id="{91EDD648-DEE6-73AB-19E2-34ECCE0E5C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AA264C-ED60-7CAC-43A3-61A19D029324}"/>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3201936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6867-36F3-4AC8-1477-6D536B66C2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A6C2F2-91DD-08C4-3205-0D60599AB282}"/>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4" name="Footer Placeholder 3">
            <a:extLst>
              <a:ext uri="{FF2B5EF4-FFF2-40B4-BE49-F238E27FC236}">
                <a16:creationId xmlns:a16="http://schemas.microsoft.com/office/drawing/2014/main" id="{8FD40A95-57EC-A95A-F263-9C37E7C13A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862395-66E8-8210-1352-7ED1596FEF1F}"/>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883445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0FE251-3E55-EBC4-DA2D-11DD2313F530}"/>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3" name="Footer Placeholder 2">
            <a:extLst>
              <a:ext uri="{FF2B5EF4-FFF2-40B4-BE49-F238E27FC236}">
                <a16:creationId xmlns:a16="http://schemas.microsoft.com/office/drawing/2014/main" id="{86360E68-46DA-5120-53F2-E85EF7D00C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03CB18-B22F-05D8-8FB4-F860A3BE108F}"/>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770813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CBEA-56D0-FAB5-17CD-50442CCED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63F2C7-FB0E-BC56-DCFC-E5DA2AB876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3300E0-3101-1965-9B7B-00014DF85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F54A96-CE48-6A60-8D54-1F33B7445099}"/>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6" name="Footer Placeholder 5">
            <a:extLst>
              <a:ext uri="{FF2B5EF4-FFF2-40B4-BE49-F238E27FC236}">
                <a16:creationId xmlns:a16="http://schemas.microsoft.com/office/drawing/2014/main" id="{2AF2A608-5443-0526-2F3F-4A28F4CE0A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44B1D3-880A-6DC3-BC53-82C54A2EE1E3}"/>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2958985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C3440-95DB-3CA3-12D2-EA1656667A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7CA734-311E-284E-B971-F0B5E9996F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17EDB7-4D22-C348-02F4-FC5D79752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85432-2057-95C6-EAEC-419EBA14EA04}"/>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6" name="Footer Placeholder 5">
            <a:extLst>
              <a:ext uri="{FF2B5EF4-FFF2-40B4-BE49-F238E27FC236}">
                <a16:creationId xmlns:a16="http://schemas.microsoft.com/office/drawing/2014/main" id="{363EE519-8BFD-6AEA-3F01-948AFC8683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67C672-CDB3-C61F-282A-1BC6CB95B563}"/>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3810019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4F8F-94E9-EB6B-078C-05A3300C12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758B8-BB35-4844-B18A-CF058A54C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FD64A1-F46A-B25A-7EFA-FA58F45741FE}"/>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5" name="Footer Placeholder 4">
            <a:extLst>
              <a:ext uri="{FF2B5EF4-FFF2-40B4-BE49-F238E27FC236}">
                <a16:creationId xmlns:a16="http://schemas.microsoft.com/office/drawing/2014/main" id="{97B18B52-F537-3446-664D-65E7027CB5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69EB7-652D-12EB-6595-6DFCE799172A}"/>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1006141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0DD138-BFBF-719D-251A-5572F2BE47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46F235-8205-3264-8CDF-7F9EF19450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EB14C7-48D2-DA15-0959-5E8685B8B627}"/>
              </a:ext>
            </a:extLst>
          </p:cNvPr>
          <p:cNvSpPr>
            <a:spLocks noGrp="1"/>
          </p:cNvSpPr>
          <p:nvPr>
            <p:ph type="dt" sz="half" idx="10"/>
          </p:nvPr>
        </p:nvSpPr>
        <p:spPr/>
        <p:txBody>
          <a:bodyPr/>
          <a:lstStyle/>
          <a:p>
            <a:fld id="{0BC2C361-2B43-4370-9247-F08E10345394}" type="datetimeFigureOut">
              <a:rPr lang="en-US" smtClean="0"/>
              <a:t>7/27/2026</a:t>
            </a:fld>
            <a:endParaRPr lang="en-US"/>
          </a:p>
        </p:txBody>
      </p:sp>
      <p:sp>
        <p:nvSpPr>
          <p:cNvPr id="5" name="Footer Placeholder 4">
            <a:extLst>
              <a:ext uri="{FF2B5EF4-FFF2-40B4-BE49-F238E27FC236}">
                <a16:creationId xmlns:a16="http://schemas.microsoft.com/office/drawing/2014/main" id="{68DB3E8D-5CB9-759E-D5CD-AA62BE5CE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89938-DD93-E62B-8767-ECF449C9BD64}"/>
              </a:ext>
            </a:extLst>
          </p:cNvPr>
          <p:cNvSpPr>
            <a:spLocks noGrp="1"/>
          </p:cNvSpPr>
          <p:nvPr>
            <p:ph type="sldNum" sz="quarter" idx="12"/>
          </p:nvPr>
        </p:nvSpPr>
        <p:spPr/>
        <p:txBody>
          <a:bodyPr/>
          <a:lstStyle/>
          <a:p>
            <a:fld id="{C5316CAC-07B5-47D8-A2A6-979B3A24BBE3}" type="slidenum">
              <a:rPr lang="en-US" smtClean="0"/>
              <a:t>‹#›</a:t>
            </a:fld>
            <a:endParaRPr lang="en-US"/>
          </a:p>
        </p:txBody>
      </p:sp>
    </p:spTree>
    <p:extLst>
      <p:ext uri="{BB962C8B-B14F-4D97-AF65-F5344CB8AC3E}">
        <p14:creationId xmlns:p14="http://schemas.microsoft.com/office/powerpoint/2010/main" val="131069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8439D-054B-95E3-5818-29A67A9F68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1E5C49-1F40-7FEC-FB34-D1987629FA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A66AA2-8C46-23EA-7BF4-E1FACA17E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C2C361-2B43-4370-9247-F08E10345394}" type="datetimeFigureOut">
              <a:rPr lang="en-US" smtClean="0"/>
              <a:t>7/27/2026</a:t>
            </a:fld>
            <a:endParaRPr lang="en-US"/>
          </a:p>
        </p:txBody>
      </p:sp>
      <p:sp>
        <p:nvSpPr>
          <p:cNvPr id="5" name="Footer Placeholder 4">
            <a:extLst>
              <a:ext uri="{FF2B5EF4-FFF2-40B4-BE49-F238E27FC236}">
                <a16:creationId xmlns:a16="http://schemas.microsoft.com/office/drawing/2014/main" id="{0457B2BE-BCAB-02F3-1752-9723BB3BF8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31AD41-9063-2674-72C3-A857D7C2C7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316CAC-07B5-47D8-A2A6-979B3A24BBE3}" type="slidenum">
              <a:rPr lang="en-US" smtClean="0"/>
              <a:t>‹#›</a:t>
            </a:fld>
            <a:endParaRPr lang="en-US"/>
          </a:p>
        </p:txBody>
      </p:sp>
    </p:spTree>
    <p:extLst>
      <p:ext uri="{BB962C8B-B14F-4D97-AF65-F5344CB8AC3E}">
        <p14:creationId xmlns:p14="http://schemas.microsoft.com/office/powerpoint/2010/main" val="3643110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C200F-F952-97C2-533B-24F906828439}"/>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AF56D52A-7C3E-868C-D868-52124F7ED247}"/>
              </a:ext>
            </a:extLst>
          </p:cNvPr>
          <p:cNvSpPr/>
          <p:nvPr/>
        </p:nvSpPr>
        <p:spPr>
          <a:xfrm>
            <a:off x="3346764" y="74913"/>
            <a:ext cx="8767598" cy="6571220"/>
          </a:xfrm>
          <a:prstGeom prst="rect">
            <a:avLst/>
          </a:prstGeom>
          <a:solidFill>
            <a:srgbClr val="2E63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F4CA1A5D-BE0D-6458-91F1-CCD8AF267447}"/>
              </a:ext>
            </a:extLst>
          </p:cNvPr>
          <p:cNvSpPr/>
          <p:nvPr/>
        </p:nvSpPr>
        <p:spPr>
          <a:xfrm>
            <a:off x="99271" y="88814"/>
            <a:ext cx="3230874" cy="65573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Immersive Modeling of Colorado River Management</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p:txBody>
      </p:sp>
      <p:sp>
        <p:nvSpPr>
          <p:cNvPr id="5" name="TextBox 4">
            <a:extLst>
              <a:ext uri="{FF2B5EF4-FFF2-40B4-BE49-F238E27FC236}">
                <a16:creationId xmlns:a16="http://schemas.microsoft.com/office/drawing/2014/main" id="{98F2D7CE-B8D5-50F4-ED78-59174B88029B}"/>
              </a:ext>
            </a:extLst>
          </p:cNvPr>
          <p:cNvSpPr txBox="1"/>
          <p:nvPr/>
        </p:nvSpPr>
        <p:spPr>
          <a:xfrm>
            <a:off x="154768" y="1585018"/>
            <a:ext cx="1499616" cy="1200329"/>
          </a:xfrm>
          <a:prstGeom prst="rect">
            <a:avLst/>
          </a:prstGeom>
          <a:solidFill>
            <a:schemeClr val="accent6">
              <a:lumMod val="40000"/>
              <a:lumOff val="60000"/>
            </a:schemeClr>
          </a:solidFill>
          <a:ln>
            <a:solidFill>
              <a:schemeClr val="tx1"/>
            </a:solidFill>
          </a:ln>
        </p:spPr>
        <p:txBody>
          <a:bodyPr wrap="square" rtlCol="0">
            <a:spAutoFit/>
          </a:bodyPr>
          <a:lstStyle/>
          <a:p>
            <a:pPr algn="ctr"/>
            <a:endParaRPr lang="en-US" b="1" dirty="0"/>
          </a:p>
          <a:p>
            <a:pPr algn="ctr"/>
            <a:r>
              <a:rPr lang="en-US" b="1" dirty="0"/>
              <a:t>Research Goals:</a:t>
            </a:r>
          </a:p>
          <a:p>
            <a:pPr algn="ctr"/>
            <a:endParaRPr lang="en-US" b="1" dirty="0"/>
          </a:p>
        </p:txBody>
      </p:sp>
      <p:sp>
        <p:nvSpPr>
          <p:cNvPr id="6" name="TextBox 5">
            <a:extLst>
              <a:ext uri="{FF2B5EF4-FFF2-40B4-BE49-F238E27FC236}">
                <a16:creationId xmlns:a16="http://schemas.microsoft.com/office/drawing/2014/main" id="{49531895-781C-0510-17B0-AE2D0F392828}"/>
              </a:ext>
            </a:extLst>
          </p:cNvPr>
          <p:cNvSpPr txBox="1"/>
          <p:nvPr/>
        </p:nvSpPr>
        <p:spPr>
          <a:xfrm>
            <a:off x="1719406" y="2218210"/>
            <a:ext cx="1554480" cy="1005840"/>
          </a:xfrm>
          <a:prstGeom prst="rect">
            <a:avLst/>
          </a:prstGeom>
          <a:solidFill>
            <a:schemeClr val="accent6">
              <a:lumMod val="40000"/>
              <a:lumOff val="60000"/>
            </a:schemeClr>
          </a:solidFill>
          <a:ln>
            <a:solidFill>
              <a:schemeClr val="tx1"/>
            </a:solidFill>
          </a:ln>
        </p:spPr>
        <p:txBody>
          <a:bodyPr wrap="square" rtlCol="0">
            <a:spAutoFit/>
          </a:bodyPr>
          <a:lstStyle/>
          <a:p>
            <a:r>
              <a:rPr lang="en-US" sz="1200" b="1" dirty="0"/>
              <a:t>1.  </a:t>
            </a:r>
            <a:r>
              <a:rPr lang="en-US" sz="1200" b="1" dirty="0">
                <a:effectLst/>
                <a:latin typeface="Calibri" panose="020F0502020204030204" pitchFamily="34" charset="0"/>
                <a:ea typeface="Calibri" panose="020F0502020204030204" pitchFamily="34" charset="0"/>
                <a:cs typeface="Arial" panose="020B0604020202020204" pitchFamily="34" charset="0"/>
              </a:rPr>
              <a:t>Formulate extreme assumptions for reservoir storage, hydrology, and ecosystem responses. </a:t>
            </a:r>
            <a:endParaRPr lang="en-US" sz="1200" b="1" dirty="0"/>
          </a:p>
        </p:txBody>
      </p:sp>
      <p:sp>
        <p:nvSpPr>
          <p:cNvPr id="9" name="Rectangle 8">
            <a:extLst>
              <a:ext uri="{FF2B5EF4-FFF2-40B4-BE49-F238E27FC236}">
                <a16:creationId xmlns:a16="http://schemas.microsoft.com/office/drawing/2014/main" id="{6F820017-8F43-07CE-780C-09BBDB032B7D}"/>
              </a:ext>
            </a:extLst>
          </p:cNvPr>
          <p:cNvSpPr/>
          <p:nvPr/>
        </p:nvSpPr>
        <p:spPr>
          <a:xfrm>
            <a:off x="3435944" y="6183527"/>
            <a:ext cx="2945027" cy="453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Last update: July 23, 2026</a:t>
            </a:r>
          </a:p>
        </p:txBody>
      </p:sp>
      <p:pic>
        <p:nvPicPr>
          <p:cNvPr id="11" name="Picture 10">
            <a:extLst>
              <a:ext uri="{FF2B5EF4-FFF2-40B4-BE49-F238E27FC236}">
                <a16:creationId xmlns:a16="http://schemas.microsoft.com/office/drawing/2014/main" id="{09E9D900-A7DD-2088-2A05-4FBB2B2964F0}"/>
              </a:ext>
            </a:extLst>
          </p:cNvPr>
          <p:cNvPicPr>
            <a:picLocks noChangeAspect="1"/>
          </p:cNvPicPr>
          <p:nvPr/>
        </p:nvPicPr>
        <p:blipFill>
          <a:blip r:embed="rId3"/>
          <a:stretch>
            <a:fillRect/>
          </a:stretch>
        </p:blipFill>
        <p:spPr>
          <a:xfrm>
            <a:off x="930133" y="5325900"/>
            <a:ext cx="1162108" cy="1178476"/>
          </a:xfrm>
          <a:prstGeom prst="rect">
            <a:avLst/>
          </a:prstGeom>
          <a:ln>
            <a:solidFill>
              <a:schemeClr val="tx1"/>
            </a:solidFill>
          </a:ln>
        </p:spPr>
      </p:pic>
      <p:sp>
        <p:nvSpPr>
          <p:cNvPr id="12" name="TextBox 11">
            <a:extLst>
              <a:ext uri="{FF2B5EF4-FFF2-40B4-BE49-F238E27FC236}">
                <a16:creationId xmlns:a16="http://schemas.microsoft.com/office/drawing/2014/main" id="{6D7D83DC-3E65-E766-BECA-A5581130318B}"/>
              </a:ext>
            </a:extLst>
          </p:cNvPr>
          <p:cNvSpPr txBox="1"/>
          <p:nvPr/>
        </p:nvSpPr>
        <p:spPr>
          <a:xfrm>
            <a:off x="142731" y="2947220"/>
            <a:ext cx="1499616" cy="830997"/>
          </a:xfrm>
          <a:prstGeom prst="rect">
            <a:avLst/>
          </a:prstGeom>
          <a:solidFill>
            <a:schemeClr val="accent6">
              <a:lumMod val="40000"/>
              <a:lumOff val="60000"/>
            </a:schemeClr>
          </a:solidFill>
          <a:ln>
            <a:solidFill>
              <a:schemeClr val="tx1"/>
            </a:solidFill>
          </a:ln>
        </p:spPr>
        <p:txBody>
          <a:bodyPr wrap="square" rtlCol="0">
            <a:spAutoFit/>
          </a:bodyPr>
          <a:lstStyle/>
          <a:p>
            <a:r>
              <a:rPr lang="en-US" sz="1200" b="1" dirty="0">
                <a:effectLst/>
                <a:latin typeface="Calibri" panose="020F0502020204030204" pitchFamily="34" charset="0"/>
                <a:ea typeface="Calibri" panose="020F0502020204030204" pitchFamily="34" charset="0"/>
                <a:cs typeface="Arial" panose="020B0604020202020204" pitchFamily="34" charset="0"/>
              </a:rPr>
              <a:t>2. Articulate vulnerabilities and strategies to manage vulnerabilities.</a:t>
            </a:r>
            <a:endParaRPr lang="en-US" sz="1200" b="1" dirty="0"/>
          </a:p>
        </p:txBody>
      </p:sp>
      <p:sp>
        <p:nvSpPr>
          <p:cNvPr id="13" name="TextBox 12">
            <a:extLst>
              <a:ext uri="{FF2B5EF4-FFF2-40B4-BE49-F238E27FC236}">
                <a16:creationId xmlns:a16="http://schemas.microsoft.com/office/drawing/2014/main" id="{5DE3A67A-2B35-32D0-4662-1DC5301ED398}"/>
              </a:ext>
            </a:extLst>
          </p:cNvPr>
          <p:cNvSpPr txBox="1"/>
          <p:nvPr/>
        </p:nvSpPr>
        <p:spPr>
          <a:xfrm>
            <a:off x="1719406" y="3362718"/>
            <a:ext cx="1554480" cy="646331"/>
          </a:xfrm>
          <a:prstGeom prst="rect">
            <a:avLst/>
          </a:prstGeom>
          <a:solidFill>
            <a:schemeClr val="accent6">
              <a:lumMod val="40000"/>
              <a:lumOff val="60000"/>
            </a:schemeClr>
          </a:solidFill>
          <a:ln>
            <a:solidFill>
              <a:schemeClr val="tx1"/>
            </a:solidFill>
          </a:ln>
        </p:spPr>
        <p:txBody>
          <a:bodyPr wrap="square" rtlCol="0">
            <a:spAutoFit/>
          </a:bodyPr>
          <a:lstStyle/>
          <a:p>
            <a:r>
              <a:rPr lang="en-US" sz="1200" b="1" dirty="0"/>
              <a:t>3. </a:t>
            </a:r>
            <a:r>
              <a:rPr lang="en-US" sz="1200" b="1" dirty="0">
                <a:effectLst/>
                <a:latin typeface="Calibri" panose="020F0502020204030204" pitchFamily="34" charset="0"/>
                <a:ea typeface="Calibri" panose="020F0502020204030204" pitchFamily="34" charset="0"/>
                <a:cs typeface="Arial" panose="020B0604020202020204" pitchFamily="34" charset="0"/>
              </a:rPr>
              <a:t>Adapt strategies to manage vulnerabilities.</a:t>
            </a:r>
            <a:endParaRPr lang="en-US" sz="1200" b="1" dirty="0"/>
          </a:p>
        </p:txBody>
      </p:sp>
      <p:sp>
        <p:nvSpPr>
          <p:cNvPr id="14" name="TextBox 13">
            <a:extLst>
              <a:ext uri="{FF2B5EF4-FFF2-40B4-BE49-F238E27FC236}">
                <a16:creationId xmlns:a16="http://schemas.microsoft.com/office/drawing/2014/main" id="{788B42BD-023B-9274-8705-0DDAE19D7161}"/>
              </a:ext>
            </a:extLst>
          </p:cNvPr>
          <p:cNvSpPr txBox="1"/>
          <p:nvPr/>
        </p:nvSpPr>
        <p:spPr>
          <a:xfrm>
            <a:off x="144754" y="3940090"/>
            <a:ext cx="1495570" cy="830997"/>
          </a:xfrm>
          <a:prstGeom prst="rect">
            <a:avLst/>
          </a:prstGeom>
          <a:solidFill>
            <a:schemeClr val="accent6">
              <a:lumMod val="40000"/>
              <a:lumOff val="60000"/>
            </a:schemeClr>
          </a:solidFill>
          <a:ln>
            <a:solidFill>
              <a:schemeClr val="tx1"/>
            </a:solidFill>
          </a:ln>
        </p:spPr>
        <p:txBody>
          <a:bodyPr wrap="square" rtlCol="0">
            <a:spAutoFit/>
          </a:bodyPr>
          <a:lstStyle/>
          <a:p>
            <a:r>
              <a:rPr lang="en-US" sz="1200" b="1" dirty="0"/>
              <a:t>4. Share new insights to manage conflicting vulnerabilities.</a:t>
            </a:r>
          </a:p>
        </p:txBody>
      </p:sp>
      <p:sp>
        <p:nvSpPr>
          <p:cNvPr id="2" name="TextBox 1">
            <a:extLst>
              <a:ext uri="{FF2B5EF4-FFF2-40B4-BE49-F238E27FC236}">
                <a16:creationId xmlns:a16="http://schemas.microsoft.com/office/drawing/2014/main" id="{E8CB50F8-2506-027A-B13B-8665132762E2}"/>
              </a:ext>
            </a:extLst>
          </p:cNvPr>
          <p:cNvSpPr txBox="1">
            <a:spLocks noChangeAspect="1"/>
          </p:cNvSpPr>
          <p:nvPr/>
        </p:nvSpPr>
        <p:spPr>
          <a:xfrm>
            <a:off x="6947616" y="2555095"/>
            <a:ext cx="1645920" cy="1384995"/>
          </a:xfrm>
          <a:prstGeom prst="rect">
            <a:avLst/>
          </a:prstGeom>
          <a:solidFill>
            <a:srgbClr val="92D050"/>
          </a:solidFill>
          <a:ln>
            <a:noFill/>
          </a:ln>
        </p:spPr>
        <p:txBody>
          <a:bodyPr wrap="square" rtlCol="0">
            <a:spAutoFit/>
          </a:bodyPr>
          <a:lstStyle/>
          <a:p>
            <a:pPr algn="ctr"/>
            <a:r>
              <a:rPr lang="en-US" sz="1400" b="1" dirty="0"/>
              <a:t>Questions? Contact Principal Investigator David Rosenberg (david.rosenberg@usu.edu)</a:t>
            </a:r>
          </a:p>
        </p:txBody>
      </p:sp>
      <p:sp>
        <p:nvSpPr>
          <p:cNvPr id="10" name="TextBox 9">
            <a:extLst>
              <a:ext uri="{FF2B5EF4-FFF2-40B4-BE49-F238E27FC236}">
                <a16:creationId xmlns:a16="http://schemas.microsoft.com/office/drawing/2014/main" id="{71601F13-56DC-8BDF-FC20-CEF6B8C815E9}"/>
              </a:ext>
            </a:extLst>
          </p:cNvPr>
          <p:cNvSpPr txBox="1">
            <a:spLocks noChangeAspect="1"/>
          </p:cNvSpPr>
          <p:nvPr/>
        </p:nvSpPr>
        <p:spPr>
          <a:xfrm>
            <a:off x="5412106" y="3620464"/>
            <a:ext cx="1243584" cy="1243584"/>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defPPr>
              <a:defRPr lang="en-US"/>
            </a:defPPr>
            <a:lvl1pPr>
              <a:defRPr sz="1200" b="1"/>
            </a:lvl1pPr>
          </a:lstStyle>
          <a:p>
            <a:r>
              <a:rPr lang="en-US" dirty="0"/>
              <a:t>3. Recording and transcript of sessions. </a:t>
            </a:r>
          </a:p>
        </p:txBody>
      </p:sp>
      <p:sp>
        <p:nvSpPr>
          <p:cNvPr id="17" name="TextBox 16">
            <a:extLst>
              <a:ext uri="{FF2B5EF4-FFF2-40B4-BE49-F238E27FC236}">
                <a16:creationId xmlns:a16="http://schemas.microsoft.com/office/drawing/2014/main" id="{381B905E-BA93-83C8-51FC-FCA8F3A55B83}"/>
              </a:ext>
            </a:extLst>
          </p:cNvPr>
          <p:cNvSpPr txBox="1">
            <a:spLocks noChangeAspect="1"/>
          </p:cNvSpPr>
          <p:nvPr/>
        </p:nvSpPr>
        <p:spPr>
          <a:xfrm>
            <a:off x="4980211" y="2662531"/>
            <a:ext cx="1245736" cy="1243584"/>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2. Notes of discussion.</a:t>
            </a:r>
          </a:p>
        </p:txBody>
      </p:sp>
      <p:sp>
        <p:nvSpPr>
          <p:cNvPr id="15" name="TextBox 14">
            <a:extLst>
              <a:ext uri="{FF2B5EF4-FFF2-40B4-BE49-F238E27FC236}">
                <a16:creationId xmlns:a16="http://schemas.microsoft.com/office/drawing/2014/main" id="{C8604517-A851-5FE4-84F4-9537317E4364}"/>
              </a:ext>
            </a:extLst>
          </p:cNvPr>
          <p:cNvSpPr txBox="1">
            <a:spLocks noChangeAspect="1"/>
          </p:cNvSpPr>
          <p:nvPr/>
        </p:nvSpPr>
        <p:spPr>
          <a:xfrm>
            <a:off x="4583437" y="1841553"/>
            <a:ext cx="1245735" cy="1243584"/>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1. Entries in web spreadsheets</a:t>
            </a:r>
          </a:p>
        </p:txBody>
      </p:sp>
      <p:sp>
        <p:nvSpPr>
          <p:cNvPr id="23" name="TextBox 22">
            <a:extLst>
              <a:ext uri="{FF2B5EF4-FFF2-40B4-BE49-F238E27FC236}">
                <a16:creationId xmlns:a16="http://schemas.microsoft.com/office/drawing/2014/main" id="{60CD00BC-927C-BFA5-F41D-5AC4C610CA10}"/>
              </a:ext>
            </a:extLst>
          </p:cNvPr>
          <p:cNvSpPr txBox="1">
            <a:spLocks noChangeAspect="1"/>
          </p:cNvSpPr>
          <p:nvPr/>
        </p:nvSpPr>
        <p:spPr>
          <a:xfrm>
            <a:off x="3414579" y="1485663"/>
            <a:ext cx="1245735" cy="1243584"/>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p>
            <a:r>
              <a:rPr lang="en-US" sz="2000" b="1" dirty="0">
                <a:latin typeface="Aptos ExtraBold" panose="020F0502020204030204" pitchFamily="34" charset="0"/>
              </a:rPr>
              <a:t>Data to collect:</a:t>
            </a:r>
          </a:p>
        </p:txBody>
      </p:sp>
      <p:sp>
        <p:nvSpPr>
          <p:cNvPr id="29" name="TextBox 28">
            <a:extLst>
              <a:ext uri="{FF2B5EF4-FFF2-40B4-BE49-F238E27FC236}">
                <a16:creationId xmlns:a16="http://schemas.microsoft.com/office/drawing/2014/main" id="{DCEE4E29-472C-9CC9-8A83-39DBA5A5221B}"/>
              </a:ext>
            </a:extLst>
          </p:cNvPr>
          <p:cNvSpPr txBox="1">
            <a:spLocks noChangeAspect="1"/>
          </p:cNvSpPr>
          <p:nvPr/>
        </p:nvSpPr>
        <p:spPr>
          <a:xfrm>
            <a:off x="9307130" y="3847697"/>
            <a:ext cx="1245174" cy="1243584"/>
          </a:xfrm>
          <a:prstGeom prst="rect">
            <a:avLst/>
          </a:prstGeom>
          <a:solidFill>
            <a:schemeClr val="accent5">
              <a:lumMod val="60000"/>
              <a:lumOff val="40000"/>
            </a:schemeClr>
          </a:solidFill>
          <a:ln>
            <a:noFill/>
          </a:ln>
          <a:effectLst>
            <a:outerShdw blurRad="63500" dist="38100" dir="5400000" sx="95000" sy="95000" algn="t" rotWithShape="0">
              <a:prstClr val="black"/>
            </a:outerShdw>
          </a:effectLst>
        </p:spPr>
        <p:txBody>
          <a:bodyPr wrap="square" rtlCol="0" anchor="ctr" anchorCtr="1">
            <a:noAutofit/>
          </a:bodyPr>
          <a:lstStyle/>
          <a:p>
            <a:r>
              <a:rPr lang="en-US" sz="2000" b="1" dirty="0"/>
              <a:t>Leave at any time.</a:t>
            </a:r>
          </a:p>
        </p:txBody>
      </p:sp>
      <p:sp>
        <p:nvSpPr>
          <p:cNvPr id="27" name="TextBox 26">
            <a:extLst>
              <a:ext uri="{FF2B5EF4-FFF2-40B4-BE49-F238E27FC236}">
                <a16:creationId xmlns:a16="http://schemas.microsoft.com/office/drawing/2014/main" id="{876F1992-AF23-28E0-49CE-BF24522BDDCC}"/>
              </a:ext>
            </a:extLst>
          </p:cNvPr>
          <p:cNvSpPr txBox="1">
            <a:spLocks noChangeAspect="1"/>
          </p:cNvSpPr>
          <p:nvPr/>
        </p:nvSpPr>
        <p:spPr>
          <a:xfrm>
            <a:off x="8876317" y="2847378"/>
            <a:ext cx="1245174" cy="1243584"/>
          </a:xfrm>
          <a:prstGeom prst="rect">
            <a:avLst/>
          </a:prstGeom>
          <a:solidFill>
            <a:schemeClr val="accent5">
              <a:lumMod val="60000"/>
              <a:lumOff val="40000"/>
            </a:schemeClr>
          </a:solidFill>
          <a:ln>
            <a:noFill/>
          </a:ln>
          <a:effectLst>
            <a:outerShdw blurRad="63500" dist="38100" dir="5400000" sx="95000" sy="95000" algn="t" rotWithShape="0">
              <a:prstClr val="black"/>
            </a:outerShdw>
          </a:effectLst>
        </p:spPr>
        <p:txBody>
          <a:bodyPr wrap="square" rtlCol="0" anchor="ctr" anchorCtr="1">
            <a:noAutofit/>
          </a:bodyPr>
          <a:lstStyle/>
          <a:p>
            <a:r>
              <a:rPr lang="en-US" b="1" dirty="0"/>
              <a:t>Voluntary.</a:t>
            </a:r>
          </a:p>
        </p:txBody>
      </p:sp>
      <p:sp>
        <p:nvSpPr>
          <p:cNvPr id="33" name="TextBox 32">
            <a:extLst>
              <a:ext uri="{FF2B5EF4-FFF2-40B4-BE49-F238E27FC236}">
                <a16:creationId xmlns:a16="http://schemas.microsoft.com/office/drawing/2014/main" id="{34A06738-4027-6BBC-AB57-755562AA2F12}"/>
              </a:ext>
            </a:extLst>
          </p:cNvPr>
          <p:cNvSpPr txBox="1">
            <a:spLocks noChangeAspect="1"/>
          </p:cNvSpPr>
          <p:nvPr/>
        </p:nvSpPr>
        <p:spPr>
          <a:xfrm>
            <a:off x="6867661" y="5178415"/>
            <a:ext cx="1245173" cy="1243584"/>
          </a:xfrm>
          <a:prstGeom prst="rect">
            <a:avLst/>
          </a:prstGeom>
          <a:solidFill>
            <a:srgbClr val="FF80AB"/>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Risk 2.</a:t>
            </a:r>
          </a:p>
          <a:p>
            <a:r>
              <a:rPr lang="en-US" sz="1200" b="1" dirty="0"/>
              <a:t>Breach of confidentiality.</a:t>
            </a:r>
          </a:p>
        </p:txBody>
      </p:sp>
      <p:sp>
        <p:nvSpPr>
          <p:cNvPr id="31" name="TextBox 30">
            <a:extLst>
              <a:ext uri="{FF2B5EF4-FFF2-40B4-BE49-F238E27FC236}">
                <a16:creationId xmlns:a16="http://schemas.microsoft.com/office/drawing/2014/main" id="{5F2CD16C-2D55-3B05-B72C-1B0C9D15FC8B}"/>
              </a:ext>
            </a:extLst>
          </p:cNvPr>
          <p:cNvSpPr txBox="1">
            <a:spLocks noChangeAspect="1"/>
          </p:cNvSpPr>
          <p:nvPr/>
        </p:nvSpPr>
        <p:spPr>
          <a:xfrm>
            <a:off x="7402535" y="4225465"/>
            <a:ext cx="1245173" cy="1243584"/>
          </a:xfrm>
          <a:prstGeom prst="rect">
            <a:avLst/>
          </a:prstGeom>
          <a:solidFill>
            <a:srgbClr val="FF80AB"/>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Risk 1. Same as in other professional work.</a:t>
            </a:r>
          </a:p>
        </p:txBody>
      </p:sp>
      <p:sp>
        <p:nvSpPr>
          <p:cNvPr id="35" name="TextBox 34">
            <a:extLst>
              <a:ext uri="{FF2B5EF4-FFF2-40B4-BE49-F238E27FC236}">
                <a16:creationId xmlns:a16="http://schemas.microsoft.com/office/drawing/2014/main" id="{A6ED3A5A-4B94-E651-C379-3034F71AB6B7}"/>
              </a:ext>
            </a:extLst>
          </p:cNvPr>
          <p:cNvSpPr txBox="1">
            <a:spLocks noChangeAspect="1"/>
          </p:cNvSpPr>
          <p:nvPr/>
        </p:nvSpPr>
        <p:spPr>
          <a:xfrm>
            <a:off x="8969223" y="211867"/>
            <a:ext cx="1243584" cy="1243584"/>
          </a:xfrm>
          <a:prstGeom prst="rect">
            <a:avLst/>
          </a:prstGeom>
          <a:solidFill>
            <a:srgbClr val="FFEB3B"/>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Opportunity to collaborate.</a:t>
            </a:r>
          </a:p>
        </p:txBody>
      </p:sp>
      <p:sp>
        <p:nvSpPr>
          <p:cNvPr id="7" name="TextBox 6">
            <a:extLst>
              <a:ext uri="{FF2B5EF4-FFF2-40B4-BE49-F238E27FC236}">
                <a16:creationId xmlns:a16="http://schemas.microsoft.com/office/drawing/2014/main" id="{8B97B8C9-88CE-7549-1104-8205FA53406B}"/>
              </a:ext>
            </a:extLst>
          </p:cNvPr>
          <p:cNvSpPr txBox="1"/>
          <p:nvPr/>
        </p:nvSpPr>
        <p:spPr>
          <a:xfrm>
            <a:off x="10759058" y="300846"/>
            <a:ext cx="1049238" cy="584775"/>
          </a:xfrm>
          <a:prstGeom prst="rect">
            <a:avLst/>
          </a:prstGeom>
          <a:solidFill>
            <a:srgbClr val="FFEB3B"/>
          </a:solidFill>
          <a:ln>
            <a:noFill/>
          </a:ln>
          <a:effectLst>
            <a:outerShdw blurRad="63500" dist="38100" dir="5400000" sx="93000" sy="93000" algn="t" rotWithShape="0">
              <a:prstClr val="black"/>
            </a:outerShdw>
          </a:effectLst>
        </p:spPr>
        <p:txBody>
          <a:bodyPr wrap="square" rtlCol="0">
            <a:spAutoFit/>
          </a:bodyPr>
          <a:lstStyle/>
          <a:p>
            <a:pPr algn="ctr"/>
            <a:r>
              <a:rPr lang="en-US" sz="1600" b="1" dirty="0">
                <a:latin typeface="Aptos ExtraBold" panose="020B0004020202020204" pitchFamily="34" charset="0"/>
              </a:rPr>
              <a:t>Possible benefits:</a:t>
            </a:r>
          </a:p>
        </p:txBody>
      </p:sp>
      <p:sp>
        <p:nvSpPr>
          <p:cNvPr id="49" name="TextBox 48">
            <a:extLst>
              <a:ext uri="{FF2B5EF4-FFF2-40B4-BE49-F238E27FC236}">
                <a16:creationId xmlns:a16="http://schemas.microsoft.com/office/drawing/2014/main" id="{1CBC31BE-6B5F-7F77-8A1A-9F085E84712A}"/>
              </a:ext>
            </a:extLst>
          </p:cNvPr>
          <p:cNvSpPr txBox="1">
            <a:spLocks noChangeAspect="1"/>
          </p:cNvSpPr>
          <p:nvPr/>
        </p:nvSpPr>
        <p:spPr>
          <a:xfrm>
            <a:off x="7188532" y="700080"/>
            <a:ext cx="1463040" cy="1463040"/>
          </a:xfrm>
          <a:prstGeom prst="rect">
            <a:avLst/>
          </a:prstGeom>
          <a:solidFill>
            <a:srgbClr val="FF9E00"/>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At the end of a model session, choose how you wish to be identified (anonymous, by organization, by name, etc.).</a:t>
            </a:r>
          </a:p>
        </p:txBody>
      </p:sp>
      <p:sp>
        <p:nvSpPr>
          <p:cNvPr id="47" name="TextBox 46">
            <a:extLst>
              <a:ext uri="{FF2B5EF4-FFF2-40B4-BE49-F238E27FC236}">
                <a16:creationId xmlns:a16="http://schemas.microsoft.com/office/drawing/2014/main" id="{8A6CA2BE-818C-09E5-54F5-BDCC4EE3DCC5}"/>
              </a:ext>
            </a:extLst>
          </p:cNvPr>
          <p:cNvSpPr txBox="1">
            <a:spLocks noChangeAspect="1"/>
          </p:cNvSpPr>
          <p:nvPr/>
        </p:nvSpPr>
        <p:spPr>
          <a:xfrm>
            <a:off x="6039594" y="516640"/>
            <a:ext cx="1243584" cy="1243584"/>
          </a:xfrm>
          <a:prstGeom prst="rect">
            <a:avLst/>
          </a:prstGeom>
          <a:solidFill>
            <a:srgbClr val="FF9E00"/>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Explain rationales for choices.</a:t>
            </a:r>
          </a:p>
        </p:txBody>
      </p:sp>
      <p:sp>
        <p:nvSpPr>
          <p:cNvPr id="45" name="TextBox 44">
            <a:extLst>
              <a:ext uri="{FF2B5EF4-FFF2-40B4-BE49-F238E27FC236}">
                <a16:creationId xmlns:a16="http://schemas.microsoft.com/office/drawing/2014/main" id="{68803ADA-2685-848F-0829-E93002C21652}"/>
              </a:ext>
            </a:extLst>
          </p:cNvPr>
          <p:cNvSpPr txBox="1">
            <a:spLocks noChangeAspect="1"/>
          </p:cNvSpPr>
          <p:nvPr/>
        </p:nvSpPr>
        <p:spPr>
          <a:xfrm>
            <a:off x="4896694" y="310371"/>
            <a:ext cx="1243584" cy="1243584"/>
          </a:xfrm>
          <a:prstGeom prst="rect">
            <a:avLst/>
          </a:prstGeom>
          <a:solidFill>
            <a:srgbClr val="FF9E00"/>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Choose to consume and bank water.</a:t>
            </a:r>
          </a:p>
        </p:txBody>
      </p:sp>
      <p:sp>
        <p:nvSpPr>
          <p:cNvPr id="43" name="TextBox 42">
            <a:extLst>
              <a:ext uri="{FF2B5EF4-FFF2-40B4-BE49-F238E27FC236}">
                <a16:creationId xmlns:a16="http://schemas.microsoft.com/office/drawing/2014/main" id="{4A6FAF61-723B-CB5F-33FE-43C3DD0BBF67}"/>
              </a:ext>
            </a:extLst>
          </p:cNvPr>
          <p:cNvSpPr txBox="1">
            <a:spLocks noChangeAspect="1"/>
          </p:cNvSpPr>
          <p:nvPr/>
        </p:nvSpPr>
        <p:spPr>
          <a:xfrm>
            <a:off x="3710383" y="144737"/>
            <a:ext cx="1243584" cy="1243584"/>
          </a:xfrm>
          <a:prstGeom prst="rect">
            <a:avLst/>
          </a:prstGeom>
          <a:solidFill>
            <a:srgbClr val="FF9E00"/>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Participate in a 2-hour model session.</a:t>
            </a:r>
          </a:p>
        </p:txBody>
      </p:sp>
      <p:sp>
        <p:nvSpPr>
          <p:cNvPr id="50" name="TextBox 49">
            <a:extLst>
              <a:ext uri="{FF2B5EF4-FFF2-40B4-BE49-F238E27FC236}">
                <a16:creationId xmlns:a16="http://schemas.microsoft.com/office/drawing/2014/main" id="{E3C453D0-8039-0473-F538-E119375A9DD6}"/>
              </a:ext>
            </a:extLst>
          </p:cNvPr>
          <p:cNvSpPr txBox="1"/>
          <p:nvPr/>
        </p:nvSpPr>
        <p:spPr>
          <a:xfrm>
            <a:off x="8756057" y="5261138"/>
            <a:ext cx="3358304" cy="1384995"/>
          </a:xfrm>
          <a:prstGeom prst="rect">
            <a:avLst/>
          </a:prstGeom>
          <a:noFill/>
        </p:spPr>
        <p:txBody>
          <a:bodyPr wrap="square" rtlCol="0">
            <a:spAutoFit/>
          </a:bodyPr>
          <a:lstStyle/>
          <a:p>
            <a:r>
              <a:rPr lang="en-US" sz="1200" dirty="0">
                <a:solidFill>
                  <a:schemeClr val="accent4">
                    <a:lumMod val="40000"/>
                    <a:lumOff val="60000"/>
                  </a:schemeClr>
                </a:solidFill>
              </a:rPr>
              <a:t>By signing below and attending a model session you indicate that you understand the risk and benefits of participation. You also acknowledge that you know what you will be asked to do, you also had the opportunity to ask questions, and you are clear on how to stop participation if you choose to.</a:t>
            </a:r>
          </a:p>
        </p:txBody>
      </p:sp>
      <p:sp>
        <p:nvSpPr>
          <p:cNvPr id="21" name="TextBox 20">
            <a:extLst>
              <a:ext uri="{FF2B5EF4-FFF2-40B4-BE49-F238E27FC236}">
                <a16:creationId xmlns:a16="http://schemas.microsoft.com/office/drawing/2014/main" id="{6C33311D-FFDB-4649-F965-7361094B82C6}"/>
              </a:ext>
            </a:extLst>
          </p:cNvPr>
          <p:cNvSpPr txBox="1">
            <a:spLocks noChangeAspect="1"/>
          </p:cNvSpPr>
          <p:nvPr/>
        </p:nvSpPr>
        <p:spPr>
          <a:xfrm>
            <a:off x="4805535" y="4899325"/>
            <a:ext cx="1243584" cy="1241436"/>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Deidentified data will be shared to a public repository.</a:t>
            </a:r>
          </a:p>
        </p:txBody>
      </p:sp>
      <p:sp>
        <p:nvSpPr>
          <p:cNvPr id="8" name="TextBox 7">
            <a:extLst>
              <a:ext uri="{FF2B5EF4-FFF2-40B4-BE49-F238E27FC236}">
                <a16:creationId xmlns:a16="http://schemas.microsoft.com/office/drawing/2014/main" id="{C2BA1D17-13CA-4CC6-BAD6-F4AD20215732}"/>
              </a:ext>
            </a:extLst>
          </p:cNvPr>
          <p:cNvSpPr txBox="1">
            <a:spLocks noChangeAspect="1"/>
          </p:cNvSpPr>
          <p:nvPr/>
        </p:nvSpPr>
        <p:spPr>
          <a:xfrm>
            <a:off x="3602317" y="4493470"/>
            <a:ext cx="1282375" cy="1280160"/>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All identifiers and identifiable data will be destroyed at the project end.</a:t>
            </a:r>
          </a:p>
        </p:txBody>
      </p:sp>
      <p:sp>
        <p:nvSpPr>
          <p:cNvPr id="19" name="TextBox 18">
            <a:extLst>
              <a:ext uri="{FF2B5EF4-FFF2-40B4-BE49-F238E27FC236}">
                <a16:creationId xmlns:a16="http://schemas.microsoft.com/office/drawing/2014/main" id="{324E6FE2-CEC0-0E5C-765A-B888306482A3}"/>
              </a:ext>
            </a:extLst>
          </p:cNvPr>
          <p:cNvSpPr txBox="1">
            <a:spLocks/>
          </p:cNvSpPr>
          <p:nvPr/>
        </p:nvSpPr>
        <p:spPr>
          <a:xfrm>
            <a:off x="3384283" y="3405164"/>
            <a:ext cx="1554480" cy="1188720"/>
          </a:xfrm>
          <a:prstGeom prst="rect">
            <a:avLst/>
          </a:prstGeom>
          <a:solidFill>
            <a:srgbClr val="80DEEA"/>
          </a:solidFill>
          <a:ln>
            <a:noFill/>
          </a:ln>
          <a:effectLst>
            <a:outerShdw blurRad="63500" dist="38100" dir="5400000" sx="95000" sy="95000" algn="t" rotWithShape="0">
              <a:prstClr val="black"/>
            </a:outerShdw>
          </a:effectLst>
        </p:spPr>
        <p:txBody>
          <a:bodyPr wrap="square" rtlCol="0" anchor="ctr" anchorCtr="1">
            <a:noAutofit/>
          </a:bodyPr>
          <a:lstStyle/>
          <a:p>
            <a:r>
              <a:rPr lang="en-US" sz="1100" b="1" dirty="0"/>
              <a:t>Store identified and deidentified data in USU’s encrypted, cloud-based storage system (Box) to maintain confidentiality.</a:t>
            </a:r>
          </a:p>
        </p:txBody>
      </p:sp>
      <p:sp>
        <p:nvSpPr>
          <p:cNvPr id="37" name="TextBox 36">
            <a:extLst>
              <a:ext uri="{FF2B5EF4-FFF2-40B4-BE49-F238E27FC236}">
                <a16:creationId xmlns:a16="http://schemas.microsoft.com/office/drawing/2014/main" id="{DD4501BA-2873-F03E-DDB4-FC18AA3D34A2}"/>
              </a:ext>
            </a:extLst>
          </p:cNvPr>
          <p:cNvSpPr txBox="1">
            <a:spLocks noChangeAspect="1"/>
          </p:cNvSpPr>
          <p:nvPr/>
        </p:nvSpPr>
        <p:spPr>
          <a:xfrm>
            <a:off x="9719590" y="1036469"/>
            <a:ext cx="1298448" cy="1298448"/>
          </a:xfrm>
          <a:prstGeom prst="rect">
            <a:avLst/>
          </a:prstGeom>
          <a:solidFill>
            <a:srgbClr val="FFEB3B"/>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Build on others’ ideas to come up with something bigger than the parts.</a:t>
            </a:r>
          </a:p>
        </p:txBody>
      </p:sp>
      <p:sp>
        <p:nvSpPr>
          <p:cNvPr id="39" name="TextBox 38">
            <a:extLst>
              <a:ext uri="{FF2B5EF4-FFF2-40B4-BE49-F238E27FC236}">
                <a16:creationId xmlns:a16="http://schemas.microsoft.com/office/drawing/2014/main" id="{302A9366-D4BE-86B8-DCA3-1324C85513C6}"/>
              </a:ext>
            </a:extLst>
          </p:cNvPr>
          <p:cNvSpPr txBox="1">
            <a:spLocks noChangeAspect="1"/>
          </p:cNvSpPr>
          <p:nvPr/>
        </p:nvSpPr>
        <p:spPr>
          <a:xfrm>
            <a:off x="10429485" y="2101177"/>
            <a:ext cx="1243584" cy="1243584"/>
          </a:xfrm>
          <a:prstGeom prst="rect">
            <a:avLst/>
          </a:prstGeom>
          <a:solidFill>
            <a:srgbClr val="FFEB3B"/>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Incorporate views of those who may not participate.</a:t>
            </a:r>
          </a:p>
        </p:txBody>
      </p:sp>
      <p:sp>
        <p:nvSpPr>
          <p:cNvPr id="41" name="TextBox 40">
            <a:extLst>
              <a:ext uri="{FF2B5EF4-FFF2-40B4-BE49-F238E27FC236}">
                <a16:creationId xmlns:a16="http://schemas.microsoft.com/office/drawing/2014/main" id="{F24B9996-B668-CFFD-F320-B40B4D304CE9}"/>
              </a:ext>
            </a:extLst>
          </p:cNvPr>
          <p:cNvSpPr txBox="1">
            <a:spLocks noChangeAspect="1"/>
          </p:cNvSpPr>
          <p:nvPr/>
        </p:nvSpPr>
        <p:spPr>
          <a:xfrm>
            <a:off x="10809488" y="3152441"/>
            <a:ext cx="1243584" cy="1243584"/>
          </a:xfrm>
          <a:prstGeom prst="rect">
            <a:avLst/>
          </a:prstGeom>
          <a:solidFill>
            <a:srgbClr val="FFEB3B"/>
          </a:solidFill>
          <a:ln>
            <a:noFill/>
          </a:ln>
          <a:effectLst>
            <a:outerShdw blurRad="63500" dist="38100" dir="5400000" sx="95000" sy="95000" algn="t" rotWithShape="0">
              <a:prstClr val="black"/>
            </a:outerShdw>
          </a:effectLst>
        </p:spPr>
        <p:txBody>
          <a:bodyPr wrap="square" rtlCol="0" anchor="ctr" anchorCtr="1">
            <a:noAutofit/>
          </a:bodyPr>
          <a:lstStyle/>
          <a:p>
            <a:r>
              <a:rPr lang="en-US" sz="1200" b="1" dirty="0"/>
              <a:t>Develop an understanding of perspectives.</a:t>
            </a:r>
          </a:p>
        </p:txBody>
      </p:sp>
    </p:spTree>
    <p:extLst>
      <p:ext uri="{BB962C8B-B14F-4D97-AF65-F5344CB8AC3E}">
        <p14:creationId xmlns:p14="http://schemas.microsoft.com/office/powerpoint/2010/main" val="1296526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305</Words>
  <Application>Microsoft Office PowerPoint</Application>
  <PresentationFormat>Widescreen</PresentationFormat>
  <Paragraphs>48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Aptos ExtraBold</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Rosenberg</dc:creator>
  <cp:lastModifiedBy>Caitlyn Andrus</cp:lastModifiedBy>
  <cp:revision>11</cp:revision>
  <cp:lastPrinted>2026-07-21T20:14:33Z</cp:lastPrinted>
  <dcterms:created xsi:type="dcterms:W3CDTF">2024-11-15T23:41:31Z</dcterms:created>
  <dcterms:modified xsi:type="dcterms:W3CDTF">2026-07-27T21:39:46Z</dcterms:modified>
</cp:coreProperties>
</file>