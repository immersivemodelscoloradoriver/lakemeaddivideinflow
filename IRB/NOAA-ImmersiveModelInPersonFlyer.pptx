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6929"/>
    <a:srgbClr val="FFF9F3"/>
    <a:srgbClr val="FDF0E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30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Rosenberg" userId="233858652_tp_box_2" providerId="OAuth2" clId="{E5F62BD0-CF07-4A81-8D24-F29F204C7907}"/>
    <pc:docChg chg="undo custSel addSld modSld">
      <pc:chgData name="David Rosenberg" userId="233858652_tp_box_2" providerId="OAuth2" clId="{E5F62BD0-CF07-4A81-8D24-F29F204C7907}" dt="2026-03-04T19:49:52.444" v="1025" actId="179"/>
      <pc:docMkLst>
        <pc:docMk/>
      </pc:docMkLst>
      <pc:sldChg chg="addSp delSp modSp new mod setBg">
        <pc:chgData name="David Rosenberg" userId="233858652_tp_box_2" providerId="OAuth2" clId="{E5F62BD0-CF07-4A81-8D24-F29F204C7907}" dt="2026-03-04T19:49:52.444" v="1025" actId="179"/>
        <pc:sldMkLst>
          <pc:docMk/>
          <pc:sldMk cId="1979127427" sldId="256"/>
        </pc:sldMkLst>
        <pc:spChg chg="mod">
          <ac:chgData name="David Rosenberg" userId="233858652_tp_box_2" providerId="OAuth2" clId="{E5F62BD0-CF07-4A81-8D24-F29F204C7907}" dt="2026-03-04T19:49:52.444" v="1025" actId="179"/>
          <ac:spMkLst>
            <pc:docMk/>
            <pc:sldMk cId="1979127427" sldId="256"/>
            <ac:spMk id="14" creationId="{35C677AC-0B4E-1F46-2B88-F6F9E5180500}"/>
          </ac:spMkLst>
        </pc:spChg>
        <pc:grpChg chg="add mod">
          <ac:chgData name="David Rosenberg" userId="233858652_tp_box_2" providerId="OAuth2" clId="{E5F62BD0-CF07-4A81-8D24-F29F204C7907}" dt="2026-03-04T19:42:34.875" v="970" actId="1076"/>
          <ac:grpSpMkLst>
            <pc:docMk/>
            <pc:sldMk cId="1979127427" sldId="256"/>
            <ac:grpSpMk id="2" creationId="{91E79517-8D31-656E-7ED4-E44F7652E7D6}"/>
          </ac:grpSpMkLst>
        </pc:grpChg>
        <pc:picChg chg="mod">
          <ac:chgData name="David Rosenberg" userId="233858652_tp_box_2" providerId="OAuth2" clId="{E5F62BD0-CF07-4A81-8D24-F29F204C7907}" dt="2026-03-04T19:42:34.875" v="970" actId="1076"/>
          <ac:picMkLst>
            <pc:docMk/>
            <pc:sldMk cId="1979127427" sldId="256"/>
            <ac:picMk id="3" creationId="{E2BE4E77-6904-C21B-52ED-F8D716B43D02}"/>
          </ac:picMkLst>
        </pc:picChg>
        <pc:picChg chg="mod">
          <ac:chgData name="David Rosenberg" userId="233858652_tp_box_2" providerId="OAuth2" clId="{E5F62BD0-CF07-4A81-8D24-F29F204C7907}" dt="2026-03-04T19:42:34.875" v="970" actId="1076"/>
          <ac:picMkLst>
            <pc:docMk/>
            <pc:sldMk cId="1979127427" sldId="256"/>
            <ac:picMk id="4" creationId="{DF856C07-474C-9FE2-FF4E-009DC1F25116}"/>
          </ac:picMkLst>
        </pc:picChg>
        <pc:picChg chg="add del mod">
          <ac:chgData name="David Rosenberg" userId="233858652_tp_box_2" providerId="OAuth2" clId="{E5F62BD0-CF07-4A81-8D24-F29F204C7907}" dt="2026-03-04T19:42:20.295" v="967" actId="478"/>
          <ac:picMkLst>
            <pc:docMk/>
            <pc:sldMk cId="1979127427" sldId="256"/>
            <ac:picMk id="5" creationId="{5F9B32D8-4FF5-9220-232C-41D657A2D82D}"/>
          </ac:picMkLst>
        </pc:picChg>
        <pc:picChg chg="mod">
          <ac:chgData name="David Rosenberg" userId="233858652_tp_box_2" providerId="OAuth2" clId="{E5F62BD0-CF07-4A81-8D24-F29F204C7907}" dt="2026-03-04T19:42:34.875" v="970" actId="1076"/>
          <ac:picMkLst>
            <pc:docMk/>
            <pc:sldMk cId="1979127427" sldId="256"/>
            <ac:picMk id="6" creationId="{13896F48-E077-5CDE-30EF-B8F7D5BAB609}"/>
          </ac:picMkLst>
        </pc:picChg>
        <pc:picChg chg="mod">
          <ac:chgData name="David Rosenberg" userId="233858652_tp_box_2" providerId="OAuth2" clId="{E5F62BD0-CF07-4A81-8D24-F29F204C7907}" dt="2026-03-04T19:42:34.875" v="970" actId="1076"/>
          <ac:picMkLst>
            <pc:docMk/>
            <pc:sldMk cId="1979127427" sldId="256"/>
            <ac:picMk id="7" creationId="{CBB82DA2-C047-5BAF-1810-0305CB95DFD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891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52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099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72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5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2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88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01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83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08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17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14313-F918-43B4-89D9-A3694910F3B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3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mailto:a02369941@usu.edu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mailto:david.rosenberg@usu.edu" TargetMode="External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7CE002-9FCC-C935-8294-33B38DFC44E3}"/>
              </a:ext>
            </a:extLst>
          </p:cNvPr>
          <p:cNvSpPr/>
          <p:nvPr/>
        </p:nvSpPr>
        <p:spPr>
          <a:xfrm>
            <a:off x="437198" y="348916"/>
            <a:ext cx="6898005" cy="9300410"/>
          </a:xfrm>
          <a:prstGeom prst="rect">
            <a:avLst/>
          </a:prstGeom>
          <a:noFill/>
          <a:ln w="25400">
            <a:solidFill>
              <a:srgbClr val="B469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9E8AD3-CF89-B6DB-4DD2-43809C4C821E}"/>
              </a:ext>
            </a:extLst>
          </p:cNvPr>
          <p:cNvSpPr txBox="1"/>
          <p:nvPr/>
        </p:nvSpPr>
        <p:spPr>
          <a:xfrm>
            <a:off x="604185" y="572171"/>
            <a:ext cx="6564032" cy="106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173" b="1" dirty="0">
                <a:solidFill>
                  <a:srgbClr val="B46929"/>
                </a:solidFill>
              </a:rPr>
              <a:t>Help Improve NOAA Tools to Manage Risks of Water Shortages?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F38D7E-6A8B-3240-EFBF-3130CD940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43" y="3765127"/>
            <a:ext cx="3227704" cy="22818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558C39-9677-0B17-5076-CDBBF56030EC}"/>
              </a:ext>
            </a:extLst>
          </p:cNvPr>
          <p:cNvSpPr txBox="1"/>
          <p:nvPr/>
        </p:nvSpPr>
        <p:spPr>
          <a:xfrm>
            <a:off x="4166871" y="3717786"/>
            <a:ext cx="2998309" cy="2185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4304" indent="-194304">
              <a:buFont typeface="Arial" panose="020B0604020202020204" pitchFamily="34" charset="0"/>
              <a:buChar char="•"/>
            </a:pPr>
            <a:r>
              <a:rPr lang="en-US" sz="2267" b="1" dirty="0">
                <a:solidFill>
                  <a:srgbClr val="B46929"/>
                </a:solidFill>
              </a:rPr>
              <a:t>Fun</a:t>
            </a:r>
          </a:p>
          <a:p>
            <a:pPr marL="194304" indent="-194304">
              <a:buFont typeface="Arial" panose="020B0604020202020204" pitchFamily="34" charset="0"/>
              <a:buChar char="•"/>
            </a:pPr>
            <a:r>
              <a:rPr lang="en-US" sz="2267" b="1" dirty="0">
                <a:solidFill>
                  <a:srgbClr val="B46929"/>
                </a:solidFill>
              </a:rPr>
              <a:t>Friendly</a:t>
            </a:r>
          </a:p>
          <a:p>
            <a:pPr marL="194304" indent="-194304">
              <a:buFont typeface="Arial" panose="020B0604020202020204" pitchFamily="34" charset="0"/>
              <a:buChar char="•"/>
            </a:pPr>
            <a:r>
              <a:rPr lang="en-US" sz="2267" b="1" dirty="0">
                <a:solidFill>
                  <a:srgbClr val="B46929"/>
                </a:solidFill>
              </a:rPr>
              <a:t>2-hour time commitment</a:t>
            </a:r>
          </a:p>
          <a:p>
            <a:pPr marL="194304" indent="-194304">
              <a:buFont typeface="Arial" panose="020B0604020202020204" pitchFamily="34" charset="0"/>
              <a:buChar char="•"/>
            </a:pPr>
            <a:r>
              <a:rPr lang="en-US" sz="2267" b="1" dirty="0">
                <a:solidFill>
                  <a:srgbClr val="B46929"/>
                </a:solidFill>
              </a:rPr>
              <a:t>No prior modeling experience needed.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4D6700-A761-1F2E-9C7E-828D65762DB5}"/>
              </a:ext>
            </a:extLst>
          </p:cNvPr>
          <p:cNvSpPr txBox="1"/>
          <p:nvPr/>
        </p:nvSpPr>
        <p:spPr>
          <a:xfrm>
            <a:off x="885866" y="6340185"/>
            <a:ext cx="3104517" cy="1557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4304" indent="-194304"/>
            <a:r>
              <a:rPr lang="en-US" sz="2040" b="1" dirty="0"/>
              <a:t>CONTACT</a:t>
            </a:r>
          </a:p>
          <a:p>
            <a:pPr marL="194304" indent="-194304">
              <a:buFont typeface="Arial" panose="020B0604020202020204" pitchFamily="34" charset="0"/>
              <a:buChar char="•"/>
            </a:pPr>
            <a:r>
              <a:rPr lang="en-US" sz="1247" b="1" dirty="0">
                <a:solidFill>
                  <a:srgbClr val="B46929"/>
                </a:solidFill>
              </a:rPr>
              <a:t>Anabelle Myers</a:t>
            </a:r>
            <a:r>
              <a:rPr lang="en-US" sz="1247" dirty="0">
                <a:solidFill>
                  <a:srgbClr val="B46929"/>
                </a:solidFill>
              </a:rPr>
              <a:t>: </a:t>
            </a:r>
            <a:r>
              <a:rPr lang="en-US" sz="1247" dirty="0">
                <a:solidFill>
                  <a:srgbClr val="B4692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a02369941@usu.edu</a:t>
            </a:r>
            <a:r>
              <a:rPr lang="en-US" sz="1247" dirty="0">
                <a:solidFill>
                  <a:srgbClr val="B46929"/>
                </a:solidFill>
              </a:rPr>
              <a:t>,  385-208-8248.</a:t>
            </a:r>
          </a:p>
          <a:p>
            <a:pPr marL="194304" indent="-194304">
              <a:buFont typeface="Arial" panose="020B0604020202020204" pitchFamily="34" charset="0"/>
              <a:buChar char="•"/>
            </a:pPr>
            <a:r>
              <a:rPr lang="en-US" sz="1247" b="1" dirty="0">
                <a:solidFill>
                  <a:srgbClr val="B46929"/>
                </a:solidFill>
              </a:rPr>
              <a:t>David Rosenberg</a:t>
            </a:r>
            <a:r>
              <a:rPr lang="en-US" sz="1247" dirty="0">
                <a:solidFill>
                  <a:srgbClr val="B46929"/>
                </a:solidFill>
              </a:rPr>
              <a:t>: </a:t>
            </a:r>
            <a:r>
              <a:rPr lang="en-US" sz="1247" dirty="0">
                <a:solidFill>
                  <a:srgbClr val="B46929"/>
                </a:solidFill>
                <a:hlinkClick r:id="rId4"/>
              </a:rPr>
              <a:t>david.rosenberg@usu.edu</a:t>
            </a:r>
            <a:r>
              <a:rPr lang="en-US" sz="1247" dirty="0">
                <a:solidFill>
                  <a:srgbClr val="B46929"/>
                </a:solidFill>
              </a:rPr>
              <a:t>, </a:t>
            </a:r>
          </a:p>
          <a:p>
            <a:pPr marL="168275" indent="-168275"/>
            <a:r>
              <a:rPr lang="en-US" sz="1247" dirty="0">
                <a:solidFill>
                  <a:srgbClr val="B46929"/>
                </a:solidFill>
              </a:rPr>
              <a:t>	435-797-8689</a:t>
            </a:r>
          </a:p>
          <a:p>
            <a:pPr marL="194304" indent="-194304">
              <a:buFont typeface="Arial" panose="020B0604020202020204" pitchFamily="34" charset="0"/>
              <a:buChar char="•"/>
            </a:pPr>
            <a:r>
              <a:rPr lang="en-US" sz="1247" dirty="0">
                <a:solidFill>
                  <a:srgbClr val="B46929"/>
                </a:solidFill>
              </a:rPr>
              <a:t>Project #IRB-14808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C677AC-0B4E-1F46-2B88-F6F9E5180500}"/>
              </a:ext>
            </a:extLst>
          </p:cNvPr>
          <p:cNvSpPr txBox="1"/>
          <p:nvPr/>
        </p:nvSpPr>
        <p:spPr>
          <a:xfrm>
            <a:off x="670640" y="1827619"/>
            <a:ext cx="6431120" cy="134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6688" indent="-142875">
              <a:buFont typeface="Arial" panose="020B0604020202020204" pitchFamily="34" charset="0"/>
              <a:buChar char="•"/>
            </a:pPr>
            <a:r>
              <a:rPr lang="en-US" sz="2040" dirty="0"/>
              <a:t>Adapt strategies for low storage and volatile, low flow.</a:t>
            </a:r>
          </a:p>
          <a:p>
            <a:pPr marL="166688" indent="-142875">
              <a:buFont typeface="Arial" panose="020B0604020202020204" pitchFamily="34" charset="0"/>
              <a:buChar char="•"/>
            </a:pPr>
            <a:r>
              <a:rPr lang="en-US" sz="2040" dirty="0"/>
              <a:t>Give users more autonomy and flexibility to manage their differing interests.</a:t>
            </a:r>
          </a:p>
          <a:p>
            <a:pPr marL="166688" indent="-142875">
              <a:buFont typeface="Arial" panose="020B0604020202020204" pitchFamily="34" charset="0"/>
              <a:buChar char="•"/>
            </a:pPr>
            <a:r>
              <a:rPr lang="en-US" sz="2040" dirty="0"/>
              <a:t>Join an immersive online collaborative model session.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32AE5D-B159-23A3-5BF0-0A012FC2348F}"/>
              </a:ext>
            </a:extLst>
          </p:cNvPr>
          <p:cNvSpPr txBox="1"/>
          <p:nvPr/>
        </p:nvSpPr>
        <p:spPr>
          <a:xfrm>
            <a:off x="4166871" y="6340184"/>
            <a:ext cx="2580005" cy="197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4304" indent="-194304" algn="ctr"/>
            <a:r>
              <a:rPr lang="en-US" sz="2040" b="1" dirty="0"/>
              <a:t>OUR RECENT WORK</a:t>
            </a:r>
          </a:p>
          <a:p>
            <a:pPr marL="194304" indent="-194304" algn="ctr"/>
            <a:endParaRPr lang="en-US" sz="2040" b="1" dirty="0">
              <a:solidFill>
                <a:srgbClr val="B46929"/>
              </a:solidFill>
            </a:endParaRPr>
          </a:p>
          <a:p>
            <a:pPr marL="194304" indent="-194304" algn="ctr"/>
            <a:endParaRPr lang="en-US" sz="2040" b="1" dirty="0">
              <a:solidFill>
                <a:srgbClr val="B46929"/>
              </a:solidFill>
            </a:endParaRPr>
          </a:p>
          <a:p>
            <a:pPr marL="194304" indent="-194304" algn="ctr"/>
            <a:endParaRPr lang="en-US" sz="2040" b="1" dirty="0">
              <a:solidFill>
                <a:srgbClr val="B46929"/>
              </a:solidFill>
            </a:endParaRPr>
          </a:p>
          <a:p>
            <a:pPr marL="194304" indent="-194304" algn="ctr"/>
            <a:endParaRPr lang="en-US" sz="2040" b="1" dirty="0">
              <a:solidFill>
                <a:srgbClr val="B46929"/>
              </a:solidFill>
            </a:endParaRPr>
          </a:p>
          <a:p>
            <a:pPr marL="194304" indent="-194304" algn="ctr"/>
            <a:r>
              <a:rPr lang="en-US" sz="2040" b="1" dirty="0">
                <a:solidFill>
                  <a:srgbClr val="B46929"/>
                </a:solidFill>
              </a:rPr>
              <a:t>rosenberg.usu.edu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577B065-4583-1CC2-4564-CB9EAFDD7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1960" y="6747423"/>
            <a:ext cx="1189827" cy="120180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1E79517-8D31-656E-7ED4-E44F7652E7D6}"/>
              </a:ext>
            </a:extLst>
          </p:cNvPr>
          <p:cNvGrpSpPr/>
          <p:nvPr/>
        </p:nvGrpSpPr>
        <p:grpSpPr>
          <a:xfrm>
            <a:off x="881487" y="8448277"/>
            <a:ext cx="6217791" cy="1068882"/>
            <a:chOff x="2201341" y="2484944"/>
            <a:chExt cx="9598072" cy="164997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2BE4E77-6904-C21B-52ED-F8D716B43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1341" y="2484944"/>
              <a:ext cx="1649976" cy="1649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Picture 3" descr="University of California - Agriculture and Natural Resources">
              <a:extLst>
                <a:ext uri="{FF2B5EF4-FFF2-40B4-BE49-F238E27FC236}">
                  <a16:creationId xmlns:a16="http://schemas.microsoft.com/office/drawing/2014/main" id="{DF856C07-474C-9FE2-FF4E-009DC1F251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733" b="41586"/>
            <a:stretch>
              <a:fillRect/>
            </a:stretch>
          </p:blipFill>
          <p:spPr bwMode="auto">
            <a:xfrm>
              <a:off x="6127927" y="3055178"/>
              <a:ext cx="2753791" cy="509508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3896F48-E077-5CDE-30EF-B8F7D5BAB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53079" y="2637174"/>
              <a:ext cx="2646334" cy="13455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 2" descr="CIROH Logo">
              <a:extLst>
                <a:ext uri="{FF2B5EF4-FFF2-40B4-BE49-F238E27FC236}">
                  <a16:creationId xmlns:a16="http://schemas.microsoft.com/office/drawing/2014/main" id="{CBB82DA2-C047-5BAF-1810-0305CB95DF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2678" y="2514288"/>
              <a:ext cx="1591289" cy="1591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79127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89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Rosenberg</dc:creator>
  <cp:lastModifiedBy>David Rosenberg</cp:lastModifiedBy>
  <cp:revision>1</cp:revision>
  <cp:lastPrinted>2026-03-04T19:43:34Z</cp:lastPrinted>
  <dcterms:created xsi:type="dcterms:W3CDTF">2026-01-23T22:01:41Z</dcterms:created>
  <dcterms:modified xsi:type="dcterms:W3CDTF">2026-03-04T19:49:58Z</dcterms:modified>
</cp:coreProperties>
</file>